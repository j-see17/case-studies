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anrope Light"/>
      <p:regular r:id="rId13"/>
      <p:bold r:id="rId14"/>
    </p:embeddedFont>
    <p:embeddedFont>
      <p:font typeface="Nunito SemiBold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Garamond"/>
      <p:regular r:id="rId23"/>
      <p:bold r:id="rId24"/>
      <p:italic r:id="rId25"/>
      <p:boldItalic r:id="rId26"/>
    </p:embeddedFont>
    <p:embeddedFont>
      <p:font typeface="Manrope SemiBold"/>
      <p:regular r:id="rId27"/>
      <p:bold r:id="rId28"/>
    </p:embeddedFont>
    <p:embeddedFont>
      <p:font typeface="Manrope"/>
      <p:regular r:id="rId29"/>
      <p:bold r:id="rId30"/>
    </p:embeddedFont>
    <p:embeddedFont>
      <p:font typeface="Manrope Medium"/>
      <p:regular r:id="rId31"/>
      <p:bold r:id="rId32"/>
    </p:embeddedFont>
    <p:embeddedFont>
      <p:font typeface="Nunito Medium"/>
      <p:regular r:id="rId33"/>
      <p:bold r:id="rId34"/>
      <p:italic r:id="rId35"/>
      <p:boldItalic r:id="rId36"/>
    </p:embeddedFont>
    <p:embeddedFont>
      <p:font typeface="Nunito Ligh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373F6E-B96A-4313-A578-5528499D6C31}">
  <a:tblStyle styleId="{A2373F6E-B96A-4313-A578-5528499D6C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Light-boldItalic.fntdata"/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Garamond-bold.fntdata"/><Relationship Id="rId23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aramond-boldItalic.fntdata"/><Relationship Id="rId25" Type="http://schemas.openxmlformats.org/officeDocument/2006/relationships/font" Target="fonts/Garamond-italic.fntdata"/><Relationship Id="rId28" Type="http://schemas.openxmlformats.org/officeDocument/2006/relationships/font" Target="fonts/ManropeSemiBold-bold.fntdata"/><Relationship Id="rId27" Type="http://schemas.openxmlformats.org/officeDocument/2006/relationships/font" Target="fonts/Manrope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anrop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Medium-regular.fntdata"/><Relationship Id="rId30" Type="http://schemas.openxmlformats.org/officeDocument/2006/relationships/font" Target="fonts/Manrope-bold.fntdata"/><Relationship Id="rId11" Type="http://schemas.openxmlformats.org/officeDocument/2006/relationships/slide" Target="slides/slide5.xml"/><Relationship Id="rId33" Type="http://schemas.openxmlformats.org/officeDocument/2006/relationships/font" Target="fonts/NunitoMedium-regular.fntdata"/><Relationship Id="rId10" Type="http://schemas.openxmlformats.org/officeDocument/2006/relationships/slide" Target="slides/slide4.xml"/><Relationship Id="rId32" Type="http://schemas.openxmlformats.org/officeDocument/2006/relationships/font" Target="fonts/ManropeMedium-bold.fntdata"/><Relationship Id="rId13" Type="http://schemas.openxmlformats.org/officeDocument/2006/relationships/font" Target="fonts/ManropeLight-regular.fntdata"/><Relationship Id="rId35" Type="http://schemas.openxmlformats.org/officeDocument/2006/relationships/font" Target="fonts/NunitoMedium-italic.fntdata"/><Relationship Id="rId12" Type="http://schemas.openxmlformats.org/officeDocument/2006/relationships/slide" Target="slides/slide6.xml"/><Relationship Id="rId34" Type="http://schemas.openxmlformats.org/officeDocument/2006/relationships/font" Target="fonts/NunitoMedium-bold.fntdata"/><Relationship Id="rId15" Type="http://schemas.openxmlformats.org/officeDocument/2006/relationships/font" Target="fonts/NunitoSemiBold-regular.fntdata"/><Relationship Id="rId37" Type="http://schemas.openxmlformats.org/officeDocument/2006/relationships/font" Target="fonts/NunitoLight-regular.fntdata"/><Relationship Id="rId14" Type="http://schemas.openxmlformats.org/officeDocument/2006/relationships/font" Target="fonts/ManropeLight-bold.fntdata"/><Relationship Id="rId36" Type="http://schemas.openxmlformats.org/officeDocument/2006/relationships/font" Target="fonts/NunitoMedium-boldItalic.fntdata"/><Relationship Id="rId17" Type="http://schemas.openxmlformats.org/officeDocument/2006/relationships/font" Target="fonts/NunitoSemiBold-italic.fntdata"/><Relationship Id="rId39" Type="http://schemas.openxmlformats.org/officeDocument/2006/relationships/font" Target="fonts/NunitoLight-italic.fntdata"/><Relationship Id="rId16" Type="http://schemas.openxmlformats.org/officeDocument/2006/relationships/font" Target="fonts/NunitoSemiBold-bold.fntdata"/><Relationship Id="rId38" Type="http://schemas.openxmlformats.org/officeDocument/2006/relationships/font" Target="fonts/NunitoLight-bold.fntdata"/><Relationship Id="rId19" Type="http://schemas.openxmlformats.org/officeDocument/2006/relationships/font" Target="fonts/Nunito-regular.fntdata"/><Relationship Id="rId18" Type="http://schemas.openxmlformats.org/officeDocument/2006/relationships/font" Target="fonts/Nunito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87bd6372e_1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87bd6372e_1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87bd6372e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87bd6372e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87bd6372e_1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87bd6372e_1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87bd6372e_1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f87bd6372e_1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87bd6372e_1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87bd6372e_1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87bd6372e_1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87bd6372e_1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1515000" y="4186450"/>
            <a:ext cx="6649500" cy="960300"/>
          </a:xfrm>
          <a:prstGeom prst="round2SameRect">
            <a:avLst>
              <a:gd fmla="val 3129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 flipH="1">
            <a:off x="8218223" y="4187925"/>
            <a:ext cx="924300" cy="960300"/>
          </a:xfrm>
          <a:prstGeom prst="round1Rect">
            <a:avLst>
              <a:gd fmla="val 21722" name="adj"/>
            </a:avLst>
          </a:prstGeom>
          <a:noFill/>
          <a:ln>
            <a:noFill/>
          </a:ln>
        </p:spPr>
      </p:sp>
      <p:sp>
        <p:nvSpPr>
          <p:cNvPr id="12" name="Google Shape;12;p2"/>
          <p:cNvSpPr/>
          <p:nvPr>
            <p:ph idx="4" type="pic"/>
          </p:nvPr>
        </p:nvSpPr>
        <p:spPr>
          <a:xfrm rot="10800000">
            <a:off x="1515000" y="-2468"/>
            <a:ext cx="3100200" cy="9777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" name="Google Shape;13;p2"/>
          <p:cNvSpPr/>
          <p:nvPr>
            <p:ph idx="5" type="pic"/>
          </p:nvPr>
        </p:nvSpPr>
        <p:spPr>
          <a:xfrm rot="10800000">
            <a:off x="4664725" y="-1868"/>
            <a:ext cx="4477800" cy="9771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2224800" y="1499975"/>
            <a:ext cx="6014700" cy="16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6" type="subTitle"/>
          </p:nvPr>
        </p:nvSpPr>
        <p:spPr>
          <a:xfrm>
            <a:off x="2238050" y="3068700"/>
            <a:ext cx="5514300" cy="40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Marble texture (Provided by Getty Images)" id="17" name="Google Shape;17;p2"/>
          <p:cNvPicPr preferRelativeResize="0"/>
          <p:nvPr/>
        </p:nvPicPr>
        <p:blipFill rotWithShape="1">
          <a:blip r:embed="rId2">
            <a:alphaModFix/>
          </a:blip>
          <a:srcRect b="8354" l="51184" r="0" t="70762"/>
          <a:stretch/>
        </p:blipFill>
        <p:spPr>
          <a:xfrm>
            <a:off x="0" y="4172200"/>
            <a:ext cx="1464300" cy="9714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" name="Google Shape;18;p2"/>
          <p:cNvSpPr/>
          <p:nvPr>
            <p:ph idx="7" type="pic"/>
          </p:nvPr>
        </p:nvSpPr>
        <p:spPr>
          <a:xfrm>
            <a:off x="2400" y="4169350"/>
            <a:ext cx="1464300" cy="9771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>
            <p:ph idx="2" type="pic"/>
          </p:nvPr>
        </p:nvSpPr>
        <p:spPr>
          <a:xfrm>
            <a:off x="7474525" y="283475"/>
            <a:ext cx="1386000" cy="486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283475" y="457201"/>
            <a:ext cx="351960" cy="352044"/>
            <a:chOff x="8489825" y="3576200"/>
            <a:chExt cx="419700" cy="419700"/>
          </a:xfrm>
        </p:grpSpPr>
        <p:sp>
          <p:nvSpPr>
            <p:cNvPr id="23" name="Google Shape;23;p3"/>
            <p:cNvSpPr/>
            <p:nvPr/>
          </p:nvSpPr>
          <p:spPr>
            <a:xfrm>
              <a:off x="8489825" y="3576200"/>
              <a:ext cx="419700" cy="41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24" name="Google Shape;24;p3"/>
            <p:cNvGrpSpPr/>
            <p:nvPr/>
          </p:nvGrpSpPr>
          <p:grpSpPr>
            <a:xfrm rot="5400000">
              <a:off x="8618161" y="3720599"/>
              <a:ext cx="143075" cy="130896"/>
              <a:chOff x="3091318" y="986129"/>
              <a:chExt cx="694200" cy="635111"/>
            </a:xfrm>
          </p:grpSpPr>
          <p:cxnSp>
            <p:nvCxnSpPr>
              <p:cNvPr id="25" name="Google Shape;25;p3"/>
              <p:cNvCxnSpPr/>
              <p:nvPr/>
            </p:nvCxnSpPr>
            <p:spPr>
              <a:xfrm rot="5400000">
                <a:off x="3149351" y="971579"/>
                <a:ext cx="573000" cy="602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3438418" y="639095"/>
                <a:ext cx="0" cy="694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 rot="5400000">
                <a:off x="3428226" y="1307590"/>
                <a:ext cx="627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283475" y="3087225"/>
            <a:ext cx="2184600" cy="76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3" type="subTitle"/>
          </p:nvPr>
        </p:nvSpPr>
        <p:spPr>
          <a:xfrm>
            <a:off x="2597688" y="3087225"/>
            <a:ext cx="2185500" cy="76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4" type="subTitle"/>
          </p:nvPr>
        </p:nvSpPr>
        <p:spPr>
          <a:xfrm>
            <a:off x="4912800" y="3087225"/>
            <a:ext cx="2185500" cy="76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3"/>
          <p:cNvSpPr txBox="1"/>
          <p:nvPr>
            <p:ph idx="5" type="subTitle"/>
          </p:nvPr>
        </p:nvSpPr>
        <p:spPr>
          <a:xfrm>
            <a:off x="293325" y="2329250"/>
            <a:ext cx="1908300" cy="6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6" type="subTitle"/>
          </p:nvPr>
        </p:nvSpPr>
        <p:spPr>
          <a:xfrm>
            <a:off x="2569475" y="2329250"/>
            <a:ext cx="1967100" cy="6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7" type="subTitle"/>
          </p:nvPr>
        </p:nvSpPr>
        <p:spPr>
          <a:xfrm>
            <a:off x="4904425" y="2329250"/>
            <a:ext cx="1967100" cy="6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34" name="Google Shape;34;p3"/>
          <p:cNvSpPr/>
          <p:nvPr/>
        </p:nvSpPr>
        <p:spPr>
          <a:xfrm>
            <a:off x="283475" y="4418000"/>
            <a:ext cx="7114200" cy="725400"/>
          </a:xfrm>
          <a:prstGeom prst="round2SameRect">
            <a:avLst>
              <a:gd fmla="val 30035" name="adj1"/>
              <a:gd fmla="val 0" name="adj2"/>
            </a:avLst>
          </a:prstGeom>
          <a:solidFill>
            <a:schemeClr val="accent4"/>
          </a:solidFill>
          <a:ln>
            <a:noFill/>
          </a:ln>
          <a:effectLst>
            <a:outerShdw blurRad="428625" rotWithShape="0" algn="bl" dir="12420000" dist="47625">
              <a:schemeClr val="dk1">
                <a:alpha val="471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5" name="Google Shape;35;p3"/>
          <p:cNvSpPr txBox="1"/>
          <p:nvPr>
            <p:ph type="title"/>
          </p:nvPr>
        </p:nvSpPr>
        <p:spPr>
          <a:xfrm>
            <a:off x="838525" y="427450"/>
            <a:ext cx="5827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TITLE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>
            <p:ph idx="2" type="pic"/>
          </p:nvPr>
        </p:nvSpPr>
        <p:spPr>
          <a:xfrm>
            <a:off x="7474525" y="283475"/>
            <a:ext cx="1386000" cy="486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690043" y="1490150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3" type="subTitle"/>
          </p:nvPr>
        </p:nvSpPr>
        <p:spPr>
          <a:xfrm>
            <a:off x="3527068" y="1490150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4" type="subTitle"/>
          </p:nvPr>
        </p:nvSpPr>
        <p:spPr>
          <a:xfrm>
            <a:off x="690040" y="2104016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3527065" y="2104016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690040" y="2717894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3527065" y="2712044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subTitle"/>
          </p:nvPr>
        </p:nvSpPr>
        <p:spPr>
          <a:xfrm>
            <a:off x="1203900" y="14904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9" type="subTitle"/>
          </p:nvPr>
        </p:nvSpPr>
        <p:spPr>
          <a:xfrm>
            <a:off x="1203900" y="21061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3" type="subTitle"/>
          </p:nvPr>
        </p:nvSpPr>
        <p:spPr>
          <a:xfrm>
            <a:off x="1203900" y="2715768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4" type="subTitle"/>
          </p:nvPr>
        </p:nvSpPr>
        <p:spPr>
          <a:xfrm>
            <a:off x="4038550" y="14904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5" type="subTitle"/>
          </p:nvPr>
        </p:nvSpPr>
        <p:spPr>
          <a:xfrm>
            <a:off x="4038550" y="2103120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0" name="Google Shape;50;p4"/>
          <p:cNvSpPr txBox="1"/>
          <p:nvPr>
            <p:ph idx="16" type="subTitle"/>
          </p:nvPr>
        </p:nvSpPr>
        <p:spPr>
          <a:xfrm>
            <a:off x="4038550" y="2715768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17" type="subTitle"/>
          </p:nvPr>
        </p:nvSpPr>
        <p:spPr>
          <a:xfrm>
            <a:off x="690040" y="3325547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8" type="subTitle"/>
          </p:nvPr>
        </p:nvSpPr>
        <p:spPr>
          <a:xfrm>
            <a:off x="3527065" y="3319697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19" type="subTitle"/>
          </p:nvPr>
        </p:nvSpPr>
        <p:spPr>
          <a:xfrm>
            <a:off x="1203900" y="3328416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4" name="Google Shape;54;p4"/>
          <p:cNvSpPr txBox="1"/>
          <p:nvPr>
            <p:ph idx="20" type="subTitle"/>
          </p:nvPr>
        </p:nvSpPr>
        <p:spPr>
          <a:xfrm>
            <a:off x="4038550" y="33192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5" name="Google Shape;55;p4"/>
          <p:cNvSpPr/>
          <p:nvPr/>
        </p:nvSpPr>
        <p:spPr>
          <a:xfrm>
            <a:off x="283475" y="4418000"/>
            <a:ext cx="7114200" cy="725400"/>
          </a:xfrm>
          <a:prstGeom prst="round2SameRect">
            <a:avLst>
              <a:gd fmla="val 30035" name="adj1"/>
              <a:gd fmla="val 0" name="adj2"/>
            </a:avLst>
          </a:prstGeom>
          <a:solidFill>
            <a:schemeClr val="accent4"/>
          </a:solidFill>
          <a:ln>
            <a:noFill/>
          </a:ln>
          <a:effectLst>
            <a:outerShdw blurRad="428625" rotWithShape="0" algn="bl" dir="12420000" dist="47625">
              <a:schemeClr val="dk1">
                <a:alpha val="471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56" name="Google Shape;56;p4"/>
          <p:cNvSpPr txBox="1"/>
          <p:nvPr>
            <p:ph type="title"/>
          </p:nvPr>
        </p:nvSpPr>
        <p:spPr>
          <a:xfrm>
            <a:off x="283475" y="475500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3 cards">
  <p:cSld name="CUSTOM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283475" y="666550"/>
            <a:ext cx="56235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60" name="Google Shape;60;p5"/>
          <p:cNvSpPr/>
          <p:nvPr>
            <p:ph idx="2" type="pic"/>
          </p:nvPr>
        </p:nvSpPr>
        <p:spPr>
          <a:xfrm>
            <a:off x="283475" y="1426475"/>
            <a:ext cx="2760300" cy="181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1" name="Google Shape;61;p5"/>
          <p:cNvSpPr/>
          <p:nvPr>
            <p:ph idx="3" type="pic"/>
          </p:nvPr>
        </p:nvSpPr>
        <p:spPr>
          <a:xfrm>
            <a:off x="3191850" y="1426475"/>
            <a:ext cx="2760300" cy="181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2" name="Google Shape;62;p5"/>
          <p:cNvSpPr/>
          <p:nvPr>
            <p:ph idx="4" type="pic"/>
          </p:nvPr>
        </p:nvSpPr>
        <p:spPr>
          <a:xfrm>
            <a:off x="6100225" y="1426475"/>
            <a:ext cx="2760300" cy="181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3" name="Google Shape;63;p5"/>
          <p:cNvSpPr txBox="1"/>
          <p:nvPr>
            <p:ph idx="5" type="subTitle"/>
          </p:nvPr>
        </p:nvSpPr>
        <p:spPr>
          <a:xfrm>
            <a:off x="475500" y="3383025"/>
            <a:ext cx="2384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6" type="subTitle"/>
          </p:nvPr>
        </p:nvSpPr>
        <p:spPr>
          <a:xfrm>
            <a:off x="473025" y="3690926"/>
            <a:ext cx="23844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7" type="subTitle"/>
          </p:nvPr>
        </p:nvSpPr>
        <p:spPr>
          <a:xfrm>
            <a:off x="475500" y="4170600"/>
            <a:ext cx="2384400" cy="50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5"/>
          <p:cNvSpPr txBox="1"/>
          <p:nvPr>
            <p:ph idx="8" type="subTitle"/>
          </p:nvPr>
        </p:nvSpPr>
        <p:spPr>
          <a:xfrm>
            <a:off x="3381050" y="3382950"/>
            <a:ext cx="2384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9" type="subTitle"/>
          </p:nvPr>
        </p:nvSpPr>
        <p:spPr>
          <a:xfrm>
            <a:off x="3378575" y="3690926"/>
            <a:ext cx="23844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13" type="subTitle"/>
          </p:nvPr>
        </p:nvSpPr>
        <p:spPr>
          <a:xfrm>
            <a:off x="3381050" y="4170600"/>
            <a:ext cx="2384400" cy="50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"/>
          <p:cNvSpPr txBox="1"/>
          <p:nvPr>
            <p:ph idx="14" type="subTitle"/>
          </p:nvPr>
        </p:nvSpPr>
        <p:spPr>
          <a:xfrm>
            <a:off x="6286575" y="3382950"/>
            <a:ext cx="2384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70" name="Google Shape;70;p5"/>
          <p:cNvSpPr txBox="1"/>
          <p:nvPr>
            <p:ph idx="15" type="subTitle"/>
          </p:nvPr>
        </p:nvSpPr>
        <p:spPr>
          <a:xfrm>
            <a:off x="6284100" y="3690926"/>
            <a:ext cx="23844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1" name="Google Shape;71;p5"/>
          <p:cNvSpPr txBox="1"/>
          <p:nvPr>
            <p:ph idx="16" type="subTitle"/>
          </p:nvPr>
        </p:nvSpPr>
        <p:spPr>
          <a:xfrm>
            <a:off x="6286575" y="4170600"/>
            <a:ext cx="2384400" cy="50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6 cards">
  <p:cSld name="CUSTOM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283475" y="666550"/>
            <a:ext cx="56235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75" name="Google Shape;75;p6"/>
          <p:cNvSpPr/>
          <p:nvPr>
            <p:ph idx="2" type="pic"/>
          </p:nvPr>
        </p:nvSpPr>
        <p:spPr>
          <a:xfrm>
            <a:off x="283475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76" name="Google Shape;76;p6"/>
          <p:cNvSpPr txBox="1"/>
          <p:nvPr>
            <p:ph idx="3" type="subTitle"/>
          </p:nvPr>
        </p:nvSpPr>
        <p:spPr>
          <a:xfrm>
            <a:off x="475500" y="3133275"/>
            <a:ext cx="1082700" cy="43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4" type="subTitle"/>
          </p:nvPr>
        </p:nvSpPr>
        <p:spPr>
          <a:xfrm>
            <a:off x="473025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6"/>
          <p:cNvSpPr/>
          <p:nvPr>
            <p:ph idx="5" type="pic"/>
          </p:nvPr>
        </p:nvSpPr>
        <p:spPr>
          <a:xfrm>
            <a:off x="1725638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79" name="Google Shape;79;p6"/>
          <p:cNvSpPr txBox="1"/>
          <p:nvPr>
            <p:ph idx="6" type="subTitle"/>
          </p:nvPr>
        </p:nvSpPr>
        <p:spPr>
          <a:xfrm>
            <a:off x="1917675" y="3133274"/>
            <a:ext cx="1082700" cy="43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7" type="subTitle"/>
          </p:nvPr>
        </p:nvSpPr>
        <p:spPr>
          <a:xfrm>
            <a:off x="1915188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6"/>
          <p:cNvSpPr/>
          <p:nvPr>
            <p:ph idx="8" type="pic"/>
          </p:nvPr>
        </p:nvSpPr>
        <p:spPr>
          <a:xfrm>
            <a:off x="3167463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82" name="Google Shape;82;p6"/>
          <p:cNvSpPr txBox="1"/>
          <p:nvPr>
            <p:ph idx="9" type="subTitle"/>
          </p:nvPr>
        </p:nvSpPr>
        <p:spPr>
          <a:xfrm>
            <a:off x="3359500" y="3133275"/>
            <a:ext cx="1082700" cy="43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13" type="subTitle"/>
          </p:nvPr>
        </p:nvSpPr>
        <p:spPr>
          <a:xfrm>
            <a:off x="3357013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6"/>
          <p:cNvSpPr/>
          <p:nvPr>
            <p:ph idx="14" type="pic"/>
          </p:nvPr>
        </p:nvSpPr>
        <p:spPr>
          <a:xfrm>
            <a:off x="4609300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85" name="Google Shape;85;p6"/>
          <p:cNvSpPr txBox="1"/>
          <p:nvPr>
            <p:ph idx="15" type="subTitle"/>
          </p:nvPr>
        </p:nvSpPr>
        <p:spPr>
          <a:xfrm>
            <a:off x="4801325" y="3116499"/>
            <a:ext cx="1082700" cy="44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6" name="Google Shape;86;p6"/>
          <p:cNvSpPr txBox="1"/>
          <p:nvPr>
            <p:ph idx="16" type="subTitle"/>
          </p:nvPr>
        </p:nvSpPr>
        <p:spPr>
          <a:xfrm>
            <a:off x="4798850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6"/>
          <p:cNvSpPr/>
          <p:nvPr>
            <p:ph idx="17" type="pic"/>
          </p:nvPr>
        </p:nvSpPr>
        <p:spPr>
          <a:xfrm>
            <a:off x="6051138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88" name="Google Shape;88;p6"/>
          <p:cNvSpPr txBox="1"/>
          <p:nvPr>
            <p:ph idx="18" type="subTitle"/>
          </p:nvPr>
        </p:nvSpPr>
        <p:spPr>
          <a:xfrm>
            <a:off x="6243175" y="3116474"/>
            <a:ext cx="1082700" cy="44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9" name="Google Shape;89;p6"/>
          <p:cNvSpPr txBox="1"/>
          <p:nvPr>
            <p:ph idx="19" type="subTitle"/>
          </p:nvPr>
        </p:nvSpPr>
        <p:spPr>
          <a:xfrm>
            <a:off x="6240688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6"/>
          <p:cNvSpPr/>
          <p:nvPr>
            <p:ph idx="20" type="pic"/>
          </p:nvPr>
        </p:nvSpPr>
        <p:spPr>
          <a:xfrm>
            <a:off x="7492988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91" name="Google Shape;91;p6"/>
          <p:cNvSpPr txBox="1"/>
          <p:nvPr>
            <p:ph idx="21" type="subTitle"/>
          </p:nvPr>
        </p:nvSpPr>
        <p:spPr>
          <a:xfrm>
            <a:off x="7685025" y="3116475"/>
            <a:ext cx="1035600" cy="44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92" name="Google Shape;92;p6"/>
          <p:cNvSpPr txBox="1"/>
          <p:nvPr>
            <p:ph idx="22" type="subTitle"/>
          </p:nvPr>
        </p:nvSpPr>
        <p:spPr>
          <a:xfrm>
            <a:off x="7682538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graph ALT 1">
  <p:cSld name="TITLE_ONLY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idx="1" type="body"/>
          </p:nvPr>
        </p:nvSpPr>
        <p:spPr>
          <a:xfrm>
            <a:off x="7211300" y="2470900"/>
            <a:ext cx="16491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2" type="body"/>
          </p:nvPr>
        </p:nvSpPr>
        <p:spPr>
          <a:xfrm>
            <a:off x="7211300" y="3003697"/>
            <a:ext cx="1649100" cy="2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6" name="Google Shape;96;p7"/>
          <p:cNvSpPr txBox="1"/>
          <p:nvPr>
            <p:ph idx="3" type="body"/>
          </p:nvPr>
        </p:nvSpPr>
        <p:spPr>
          <a:xfrm>
            <a:off x="7211300" y="3538053"/>
            <a:ext cx="16491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7" name="Google Shape;97;p7"/>
          <p:cNvSpPr txBox="1"/>
          <p:nvPr>
            <p:ph idx="4" type="body"/>
          </p:nvPr>
        </p:nvSpPr>
        <p:spPr>
          <a:xfrm>
            <a:off x="7211300" y="4075455"/>
            <a:ext cx="1649100" cy="2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7"/>
          <p:cNvSpPr txBox="1"/>
          <p:nvPr>
            <p:ph idx="5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0" name="Google Shape;100;p7"/>
          <p:cNvSpPr txBox="1"/>
          <p:nvPr>
            <p:ph type="title"/>
          </p:nvPr>
        </p:nvSpPr>
        <p:spPr>
          <a:xfrm>
            <a:off x="283475" y="639725"/>
            <a:ext cx="83850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" name="Google Shape;101;p7"/>
          <p:cNvSpPr txBox="1"/>
          <p:nvPr>
            <p:ph idx="6" type="subTitle"/>
          </p:nvPr>
        </p:nvSpPr>
        <p:spPr>
          <a:xfrm>
            <a:off x="409850" y="2467125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7" type="subTitle"/>
          </p:nvPr>
        </p:nvSpPr>
        <p:spPr>
          <a:xfrm>
            <a:off x="409850" y="3001485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8" type="subTitle"/>
          </p:nvPr>
        </p:nvSpPr>
        <p:spPr>
          <a:xfrm>
            <a:off x="409850" y="3535857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9" type="subTitle"/>
          </p:nvPr>
        </p:nvSpPr>
        <p:spPr>
          <a:xfrm>
            <a:off x="409850" y="4070229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13" type="subTitle"/>
          </p:nvPr>
        </p:nvSpPr>
        <p:spPr>
          <a:xfrm>
            <a:off x="409850" y="4604601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14" type="subTitle"/>
          </p:nvPr>
        </p:nvSpPr>
        <p:spPr>
          <a:xfrm>
            <a:off x="2524825" y="1989289"/>
            <a:ext cx="8664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15" type="subTitle"/>
          </p:nvPr>
        </p:nvSpPr>
        <p:spPr>
          <a:xfrm>
            <a:off x="4138800" y="1989289"/>
            <a:ext cx="8664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8" name="Google Shape;108;p7"/>
          <p:cNvSpPr txBox="1"/>
          <p:nvPr>
            <p:ph idx="16" type="subTitle"/>
          </p:nvPr>
        </p:nvSpPr>
        <p:spPr>
          <a:xfrm>
            <a:off x="5671025" y="1989289"/>
            <a:ext cx="8664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" name="Google Shape;109;p7"/>
          <p:cNvSpPr txBox="1"/>
          <p:nvPr>
            <p:ph idx="17" type="subTitle"/>
          </p:nvPr>
        </p:nvSpPr>
        <p:spPr>
          <a:xfrm>
            <a:off x="7230083" y="1989300"/>
            <a:ext cx="17931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8" type="subTitle"/>
          </p:nvPr>
        </p:nvSpPr>
        <p:spPr>
          <a:xfrm>
            <a:off x="2443075" y="2548775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19" type="subTitle"/>
          </p:nvPr>
        </p:nvSpPr>
        <p:spPr>
          <a:xfrm>
            <a:off x="2443075" y="30865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20" type="subTitle"/>
          </p:nvPr>
        </p:nvSpPr>
        <p:spPr>
          <a:xfrm>
            <a:off x="2443075" y="36243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21" type="subTitle"/>
          </p:nvPr>
        </p:nvSpPr>
        <p:spPr>
          <a:xfrm>
            <a:off x="2443075" y="41579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22" type="subTitle"/>
          </p:nvPr>
        </p:nvSpPr>
        <p:spPr>
          <a:xfrm>
            <a:off x="2443075" y="46915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5" name="Google Shape;115;p7"/>
          <p:cNvSpPr txBox="1"/>
          <p:nvPr>
            <p:ph idx="23" type="subTitle"/>
          </p:nvPr>
        </p:nvSpPr>
        <p:spPr>
          <a:xfrm>
            <a:off x="4057050" y="2548775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6" name="Google Shape;116;p7"/>
          <p:cNvSpPr txBox="1"/>
          <p:nvPr>
            <p:ph idx="24" type="subTitle"/>
          </p:nvPr>
        </p:nvSpPr>
        <p:spPr>
          <a:xfrm>
            <a:off x="4057050" y="30865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7" name="Google Shape;117;p7"/>
          <p:cNvSpPr txBox="1"/>
          <p:nvPr>
            <p:ph idx="25" type="subTitle"/>
          </p:nvPr>
        </p:nvSpPr>
        <p:spPr>
          <a:xfrm>
            <a:off x="4057050" y="36243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8" name="Google Shape;118;p7"/>
          <p:cNvSpPr txBox="1"/>
          <p:nvPr>
            <p:ph idx="26" type="subTitle"/>
          </p:nvPr>
        </p:nvSpPr>
        <p:spPr>
          <a:xfrm>
            <a:off x="4057050" y="41579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9" name="Google Shape;119;p7"/>
          <p:cNvSpPr txBox="1"/>
          <p:nvPr>
            <p:ph idx="27" type="subTitle"/>
          </p:nvPr>
        </p:nvSpPr>
        <p:spPr>
          <a:xfrm>
            <a:off x="4057050" y="46915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28" type="subTitle"/>
          </p:nvPr>
        </p:nvSpPr>
        <p:spPr>
          <a:xfrm>
            <a:off x="5589750" y="2548775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1" name="Google Shape;121;p7"/>
          <p:cNvSpPr txBox="1"/>
          <p:nvPr>
            <p:ph idx="29" type="subTitle"/>
          </p:nvPr>
        </p:nvSpPr>
        <p:spPr>
          <a:xfrm>
            <a:off x="5589750" y="30865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2" name="Google Shape;122;p7"/>
          <p:cNvSpPr txBox="1"/>
          <p:nvPr>
            <p:ph idx="30" type="subTitle"/>
          </p:nvPr>
        </p:nvSpPr>
        <p:spPr>
          <a:xfrm>
            <a:off x="5589750" y="36243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31" type="subTitle"/>
          </p:nvPr>
        </p:nvSpPr>
        <p:spPr>
          <a:xfrm>
            <a:off x="5589750" y="41579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4" name="Google Shape;124;p7"/>
          <p:cNvSpPr txBox="1"/>
          <p:nvPr>
            <p:ph idx="32" type="subTitle"/>
          </p:nvPr>
        </p:nvSpPr>
        <p:spPr>
          <a:xfrm>
            <a:off x="5589750" y="46915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5" name="Google Shape;125;p7"/>
          <p:cNvSpPr txBox="1"/>
          <p:nvPr>
            <p:ph idx="33" type="body"/>
          </p:nvPr>
        </p:nvSpPr>
        <p:spPr>
          <a:xfrm>
            <a:off x="7211300" y="4608150"/>
            <a:ext cx="16491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graph ALT 2">
  <p:cSld name="TITLE_ONLY_2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283475" y="639725"/>
            <a:ext cx="83850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128" name="Google Shape;128;p8"/>
          <p:cNvCxnSpPr/>
          <p:nvPr/>
        </p:nvCxnSpPr>
        <p:spPr>
          <a:xfrm>
            <a:off x="1301425" y="3063400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8"/>
          <p:cNvCxnSpPr/>
          <p:nvPr/>
        </p:nvCxnSpPr>
        <p:spPr>
          <a:xfrm>
            <a:off x="1301425" y="3470225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8"/>
          <p:cNvCxnSpPr/>
          <p:nvPr/>
        </p:nvCxnSpPr>
        <p:spPr>
          <a:xfrm>
            <a:off x="1301425" y="3877050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8"/>
          <p:cNvCxnSpPr/>
          <p:nvPr/>
        </p:nvCxnSpPr>
        <p:spPr>
          <a:xfrm>
            <a:off x="1301425" y="4283875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8"/>
          <p:cNvCxnSpPr/>
          <p:nvPr/>
        </p:nvCxnSpPr>
        <p:spPr>
          <a:xfrm>
            <a:off x="1301425" y="4685000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3" name="Google Shape;133;p8"/>
          <p:cNvSpPr txBox="1"/>
          <p:nvPr>
            <p:ph idx="1" type="subTitle"/>
          </p:nvPr>
        </p:nvSpPr>
        <p:spPr>
          <a:xfrm>
            <a:off x="360000" y="1999058"/>
            <a:ext cx="20139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4" name="Google Shape;134;p8"/>
          <p:cNvSpPr txBox="1"/>
          <p:nvPr>
            <p:ph idx="2" type="subTitle"/>
          </p:nvPr>
        </p:nvSpPr>
        <p:spPr>
          <a:xfrm>
            <a:off x="3540100" y="1999058"/>
            <a:ext cx="20139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5" name="Google Shape;135;p8"/>
          <p:cNvSpPr txBox="1"/>
          <p:nvPr>
            <p:ph idx="3" type="subTitle"/>
          </p:nvPr>
        </p:nvSpPr>
        <p:spPr>
          <a:xfrm>
            <a:off x="6206000" y="1999058"/>
            <a:ext cx="20139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6" name="Google Shape;136;p8"/>
          <p:cNvSpPr txBox="1"/>
          <p:nvPr>
            <p:ph idx="4" type="subTitle"/>
          </p:nvPr>
        </p:nvSpPr>
        <p:spPr>
          <a:xfrm>
            <a:off x="228600" y="2990096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37" name="Google Shape;137;p8"/>
          <p:cNvSpPr txBox="1"/>
          <p:nvPr>
            <p:ph idx="5" type="subTitle"/>
          </p:nvPr>
        </p:nvSpPr>
        <p:spPr>
          <a:xfrm>
            <a:off x="228600" y="3385928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38" name="Google Shape;138;p8"/>
          <p:cNvSpPr txBox="1"/>
          <p:nvPr>
            <p:ph idx="6" type="subTitle"/>
          </p:nvPr>
        </p:nvSpPr>
        <p:spPr>
          <a:xfrm>
            <a:off x="228600" y="3793667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39" name="Google Shape;139;p8"/>
          <p:cNvSpPr txBox="1"/>
          <p:nvPr>
            <p:ph idx="7" type="subTitle"/>
          </p:nvPr>
        </p:nvSpPr>
        <p:spPr>
          <a:xfrm>
            <a:off x="228600" y="4205390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40" name="Google Shape;140;p8"/>
          <p:cNvSpPr txBox="1"/>
          <p:nvPr>
            <p:ph idx="8" type="subTitle"/>
          </p:nvPr>
        </p:nvSpPr>
        <p:spPr>
          <a:xfrm>
            <a:off x="228600" y="4608040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41" name="Google Shape;141;p8"/>
          <p:cNvSpPr txBox="1"/>
          <p:nvPr>
            <p:ph idx="9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 and description">
  <p:cSld name="ONE_COLUMN_TEXT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9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45" name="Google Shape;145;p9"/>
          <p:cNvSpPr txBox="1"/>
          <p:nvPr>
            <p:ph idx="2" type="subTitle"/>
          </p:nvPr>
        </p:nvSpPr>
        <p:spPr>
          <a:xfrm>
            <a:off x="475500" y="2030025"/>
            <a:ext cx="39279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6" name="Google Shape;146;p9"/>
          <p:cNvSpPr txBox="1"/>
          <p:nvPr>
            <p:ph idx="3" type="subTitle"/>
          </p:nvPr>
        </p:nvSpPr>
        <p:spPr>
          <a:xfrm>
            <a:off x="475500" y="3058650"/>
            <a:ext cx="39279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7" name="Google Shape;147;p9"/>
          <p:cNvSpPr txBox="1"/>
          <p:nvPr>
            <p:ph idx="4" type="subTitle"/>
          </p:nvPr>
        </p:nvSpPr>
        <p:spPr>
          <a:xfrm>
            <a:off x="475500" y="4087275"/>
            <a:ext cx="39279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8" name="Google Shape;148;p9"/>
          <p:cNvSpPr txBox="1"/>
          <p:nvPr>
            <p:ph idx="5" type="subTitle"/>
          </p:nvPr>
        </p:nvSpPr>
        <p:spPr>
          <a:xfrm>
            <a:off x="4663450" y="2280000"/>
            <a:ext cx="3415500" cy="5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49" name="Google Shape;149;p9"/>
          <p:cNvSpPr txBox="1"/>
          <p:nvPr>
            <p:ph idx="6" type="subTitle"/>
          </p:nvPr>
        </p:nvSpPr>
        <p:spPr>
          <a:xfrm>
            <a:off x="4663450" y="3277825"/>
            <a:ext cx="3415500" cy="5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50" name="Google Shape;150;p9"/>
          <p:cNvSpPr txBox="1"/>
          <p:nvPr>
            <p:ph idx="7" type="subTitle"/>
          </p:nvPr>
        </p:nvSpPr>
        <p:spPr>
          <a:xfrm>
            <a:off x="4663450" y="4313375"/>
            <a:ext cx="3415500" cy="5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51" name="Google Shape;151;p9"/>
          <p:cNvSpPr txBox="1"/>
          <p:nvPr>
            <p:ph type="title"/>
          </p:nvPr>
        </p:nvSpPr>
        <p:spPr>
          <a:xfrm>
            <a:off x="283475" y="639721"/>
            <a:ext cx="54981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highlights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>
            <p:ph idx="2" type="pic"/>
          </p:nvPr>
        </p:nvSpPr>
        <p:spPr>
          <a:xfrm rot="-5400000">
            <a:off x="6233650" y="2232175"/>
            <a:ext cx="3345000" cy="2488800"/>
          </a:xfrm>
          <a:prstGeom prst="round1Rect">
            <a:avLst>
              <a:gd fmla="val 9806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/>
          <p:nvPr/>
        </p:nvSpPr>
        <p:spPr>
          <a:xfrm rot="-5400000">
            <a:off x="1762625" y="324225"/>
            <a:ext cx="3339000" cy="6297300"/>
          </a:xfrm>
          <a:prstGeom prst="round1Rect">
            <a:avLst>
              <a:gd fmla="val 8032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13440000" dist="114300">
              <a:schemeClr val="dk1">
                <a:alpha val="392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55" name="Google Shape;155;p10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7" name="Google Shape;157;p10"/>
          <p:cNvSpPr txBox="1"/>
          <p:nvPr>
            <p:ph idx="3" type="subTitle"/>
          </p:nvPr>
        </p:nvSpPr>
        <p:spPr>
          <a:xfrm>
            <a:off x="631750" y="2233000"/>
            <a:ext cx="403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58" name="Google Shape;158;p10"/>
          <p:cNvSpPr txBox="1"/>
          <p:nvPr>
            <p:ph idx="4" type="subTitle"/>
          </p:nvPr>
        </p:nvSpPr>
        <p:spPr>
          <a:xfrm>
            <a:off x="631750" y="2920148"/>
            <a:ext cx="403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59" name="Google Shape;159;p10"/>
          <p:cNvSpPr txBox="1"/>
          <p:nvPr>
            <p:ph idx="5" type="subTitle"/>
          </p:nvPr>
        </p:nvSpPr>
        <p:spPr>
          <a:xfrm>
            <a:off x="631750" y="3626375"/>
            <a:ext cx="4032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0" name="Google Shape;160;p10"/>
          <p:cNvSpPr txBox="1"/>
          <p:nvPr>
            <p:ph idx="6" type="subTitle"/>
          </p:nvPr>
        </p:nvSpPr>
        <p:spPr>
          <a:xfrm>
            <a:off x="631750" y="4350794"/>
            <a:ext cx="4032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1" name="Google Shape;161;p10"/>
          <p:cNvSpPr txBox="1"/>
          <p:nvPr>
            <p:ph idx="7" type="subTitle"/>
          </p:nvPr>
        </p:nvSpPr>
        <p:spPr>
          <a:xfrm>
            <a:off x="1034951" y="2230436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2" name="Google Shape;162;p10"/>
          <p:cNvSpPr txBox="1"/>
          <p:nvPr>
            <p:ph idx="8" type="subTitle"/>
          </p:nvPr>
        </p:nvSpPr>
        <p:spPr>
          <a:xfrm>
            <a:off x="1034951" y="2920148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3" name="Google Shape;163;p10"/>
          <p:cNvSpPr txBox="1"/>
          <p:nvPr>
            <p:ph idx="9" type="subTitle"/>
          </p:nvPr>
        </p:nvSpPr>
        <p:spPr>
          <a:xfrm>
            <a:off x="1034951" y="3626375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4" name="Google Shape;164;p10"/>
          <p:cNvSpPr txBox="1"/>
          <p:nvPr>
            <p:ph idx="13" type="subTitle"/>
          </p:nvPr>
        </p:nvSpPr>
        <p:spPr>
          <a:xfrm>
            <a:off x="1034951" y="4350794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5" name="Google Shape;165;p10"/>
          <p:cNvSpPr txBox="1"/>
          <p:nvPr>
            <p:ph idx="14" type="subTitle"/>
          </p:nvPr>
        </p:nvSpPr>
        <p:spPr>
          <a:xfrm>
            <a:off x="2565575" y="2204175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6" name="Google Shape;166;p10"/>
          <p:cNvSpPr txBox="1"/>
          <p:nvPr>
            <p:ph idx="15" type="subTitle"/>
          </p:nvPr>
        </p:nvSpPr>
        <p:spPr>
          <a:xfrm>
            <a:off x="2565575" y="2919881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7" name="Google Shape;167;p10"/>
          <p:cNvSpPr txBox="1"/>
          <p:nvPr>
            <p:ph idx="16" type="subTitle"/>
          </p:nvPr>
        </p:nvSpPr>
        <p:spPr>
          <a:xfrm>
            <a:off x="2565575" y="3635670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8" name="Google Shape;168;p10"/>
          <p:cNvSpPr txBox="1"/>
          <p:nvPr>
            <p:ph idx="17" type="subTitle"/>
          </p:nvPr>
        </p:nvSpPr>
        <p:spPr>
          <a:xfrm>
            <a:off x="2565575" y="4350299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1">
  <p:cSld name="CUSTOM_4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71" name="Google Shape;171;p11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2" name="Google Shape;172;p11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3" name="Google Shape;173;p11"/>
          <p:cNvSpPr txBox="1"/>
          <p:nvPr>
            <p:ph idx="3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74" name="Google Shape;174;p11"/>
          <p:cNvSpPr txBox="1"/>
          <p:nvPr>
            <p:ph idx="4" type="subTitle"/>
          </p:nvPr>
        </p:nvSpPr>
        <p:spPr>
          <a:xfrm>
            <a:off x="3723388" y="2333194"/>
            <a:ext cx="2846400" cy="14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2">
  <p:cSld name="CUSTOM_4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idx="1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7" name="Google Shape;177;p12"/>
          <p:cNvSpPr txBox="1"/>
          <p:nvPr>
            <p:ph idx="2" type="subTitle"/>
          </p:nvPr>
        </p:nvSpPr>
        <p:spPr>
          <a:xfrm>
            <a:off x="3723388" y="2333194"/>
            <a:ext cx="2846400" cy="14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3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0" name="Google Shape;180;p12"/>
          <p:cNvSpPr txBox="1"/>
          <p:nvPr>
            <p:ph idx="4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3">
  <p:cSld name="CUSTOM_4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4" name="Google Shape;184;p13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5" name="Google Shape;185;p13"/>
          <p:cNvSpPr txBox="1"/>
          <p:nvPr>
            <p:ph idx="3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4">
  <p:cSld name="CUSTOM_4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9" name="Google Shape;189;p14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14"/>
          <p:cNvSpPr txBox="1"/>
          <p:nvPr>
            <p:ph idx="3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Four cards">
  <p:cSld name="CUSTOM_6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93" name="Google Shape;193;p15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4" name="Google Shape;194;p15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5" name="Google Shape;195;p15"/>
          <p:cNvSpPr txBox="1"/>
          <p:nvPr>
            <p:ph idx="3" type="title"/>
          </p:nvPr>
        </p:nvSpPr>
        <p:spPr>
          <a:xfrm>
            <a:off x="4930500" y="1186200"/>
            <a:ext cx="37380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6" name="Google Shape;196;p15"/>
          <p:cNvSpPr txBox="1"/>
          <p:nvPr>
            <p:ph idx="4" type="title"/>
          </p:nvPr>
        </p:nvSpPr>
        <p:spPr>
          <a:xfrm>
            <a:off x="4930600" y="2286300"/>
            <a:ext cx="37380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7" name="Google Shape;197;p15"/>
          <p:cNvSpPr txBox="1"/>
          <p:nvPr>
            <p:ph idx="5" type="title"/>
          </p:nvPr>
        </p:nvSpPr>
        <p:spPr>
          <a:xfrm>
            <a:off x="7011675" y="4054625"/>
            <a:ext cx="16569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8" name="Google Shape;198;p15"/>
          <p:cNvSpPr txBox="1"/>
          <p:nvPr>
            <p:ph idx="6" type="title"/>
          </p:nvPr>
        </p:nvSpPr>
        <p:spPr>
          <a:xfrm>
            <a:off x="4865200" y="4054625"/>
            <a:ext cx="16569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point">
  <p:cSld name="CUSTOM_7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>
            <p:ph idx="2" type="pic"/>
          </p:nvPr>
        </p:nvSpPr>
        <p:spPr>
          <a:xfrm rot="-5400000">
            <a:off x="5139125" y="859575"/>
            <a:ext cx="4863600" cy="3144900"/>
          </a:xfrm>
          <a:prstGeom prst="round2SameRect">
            <a:avLst>
              <a:gd fmla="val 9992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1" name="Google Shape;201;p16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02" name="Google Shape;202;p16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03" name="Google Shape;203;p16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4" name="Google Shape;204;p16"/>
          <p:cNvSpPr txBox="1"/>
          <p:nvPr>
            <p:ph idx="3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5" name="Google Shape;205;p16"/>
          <p:cNvSpPr txBox="1"/>
          <p:nvPr>
            <p:ph idx="4" type="title"/>
          </p:nvPr>
        </p:nvSpPr>
        <p:spPr>
          <a:xfrm>
            <a:off x="6227075" y="283475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ond point">
  <p:cSld name="CUSTOM_7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>
            <p:ph idx="2" type="pic"/>
          </p:nvPr>
        </p:nvSpPr>
        <p:spPr>
          <a:xfrm rot="-5400000">
            <a:off x="5674775" y="1373600"/>
            <a:ext cx="3801900" cy="3154500"/>
          </a:xfrm>
          <a:prstGeom prst="round2SameRect">
            <a:avLst>
              <a:gd fmla="val 9723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8" name="Google Shape;208;p17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09" name="Google Shape;209;p17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10" name="Google Shape;210;p17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1" name="Google Shape;211;p17"/>
          <p:cNvSpPr txBox="1"/>
          <p:nvPr>
            <p:ph idx="3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2" name="Google Shape;212;p17"/>
          <p:cNvSpPr txBox="1"/>
          <p:nvPr>
            <p:ph idx="4" type="title"/>
          </p:nvPr>
        </p:nvSpPr>
        <p:spPr>
          <a:xfrm>
            <a:off x="6228700" y="1043650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point">
  <p:cSld name="CUSTOM_7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/>
          <p:nvPr>
            <p:ph idx="2" type="pic"/>
          </p:nvPr>
        </p:nvSpPr>
        <p:spPr>
          <a:xfrm rot="-5400000">
            <a:off x="6262325" y="1964700"/>
            <a:ext cx="2621100" cy="3148800"/>
          </a:xfrm>
          <a:prstGeom prst="round2SameRect">
            <a:avLst>
              <a:gd fmla="val 1038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5" name="Google Shape;215;p18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16" name="Google Shape;216;p18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8" name="Google Shape;218;p18"/>
          <p:cNvSpPr txBox="1"/>
          <p:nvPr>
            <p:ph idx="3" type="title"/>
          </p:nvPr>
        </p:nvSpPr>
        <p:spPr>
          <a:xfrm>
            <a:off x="6227075" y="2219283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9" name="Google Shape;219;p18"/>
          <p:cNvSpPr txBox="1"/>
          <p:nvPr>
            <p:ph idx="4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th point">
  <p:cSld name="CUSTOM_7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>
            <p:ph idx="2" type="pic"/>
          </p:nvPr>
        </p:nvSpPr>
        <p:spPr>
          <a:xfrm rot="-5400000">
            <a:off x="6550925" y="2253300"/>
            <a:ext cx="2043900" cy="3148800"/>
          </a:xfrm>
          <a:prstGeom prst="round2SameRect">
            <a:avLst>
              <a:gd fmla="val 1685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2" name="Google Shape;222;p19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23" name="Google Shape;223;p19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6227075" y="2803933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1">
  <p:cSld name="BLANK_1_1_1_1_1_1_1_1_1_1_1_1_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idx="1" type="subTitle"/>
          </p:nvPr>
        </p:nvSpPr>
        <p:spPr>
          <a:xfrm>
            <a:off x="3723650" y="2030100"/>
            <a:ext cx="24045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idx="2" type="subTitle"/>
          </p:nvPr>
        </p:nvSpPr>
        <p:spPr>
          <a:xfrm>
            <a:off x="6383575" y="2030100"/>
            <a:ext cx="25317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30" name="Google Shape;230;p20"/>
          <p:cNvSpPr txBox="1"/>
          <p:nvPr>
            <p:ph idx="3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type="title"/>
          </p:nvPr>
        </p:nvSpPr>
        <p:spPr>
          <a:xfrm>
            <a:off x="283475" y="639725"/>
            <a:ext cx="56346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2" name="Google Shape;232;p20"/>
          <p:cNvSpPr txBox="1"/>
          <p:nvPr>
            <p:ph idx="4" type="body"/>
          </p:nvPr>
        </p:nvSpPr>
        <p:spPr>
          <a:xfrm>
            <a:off x="475500" y="2030100"/>
            <a:ext cx="26700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33" name="Google Shape;233;p20"/>
          <p:cNvSpPr txBox="1"/>
          <p:nvPr>
            <p:ph idx="5" type="body"/>
          </p:nvPr>
        </p:nvSpPr>
        <p:spPr>
          <a:xfrm>
            <a:off x="3723650" y="2350475"/>
            <a:ext cx="24768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34" name="Google Shape;234;p20"/>
          <p:cNvSpPr txBox="1"/>
          <p:nvPr>
            <p:ph idx="6" type="body"/>
          </p:nvPr>
        </p:nvSpPr>
        <p:spPr>
          <a:xfrm>
            <a:off x="6383575" y="2350475"/>
            <a:ext cx="24768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/ images">
  <p:cSld name="BLANK_1_1_1_1_1_1_1_1_1_1_1_1_1_1_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idx="1" type="subTitle"/>
          </p:nvPr>
        </p:nvSpPr>
        <p:spPr>
          <a:xfrm>
            <a:off x="3723650" y="3965632"/>
            <a:ext cx="24045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37" name="Google Shape;237;p21"/>
          <p:cNvSpPr txBox="1"/>
          <p:nvPr>
            <p:ph idx="2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38" name="Google Shape;238;p21"/>
          <p:cNvSpPr txBox="1"/>
          <p:nvPr>
            <p:ph type="title"/>
          </p:nvPr>
        </p:nvSpPr>
        <p:spPr>
          <a:xfrm>
            <a:off x="283475" y="639725"/>
            <a:ext cx="56346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9" name="Google Shape;239;p21"/>
          <p:cNvSpPr txBox="1"/>
          <p:nvPr>
            <p:ph idx="3" type="body"/>
          </p:nvPr>
        </p:nvSpPr>
        <p:spPr>
          <a:xfrm>
            <a:off x="475500" y="2030100"/>
            <a:ext cx="26700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0" name="Google Shape;240;p21"/>
          <p:cNvSpPr txBox="1"/>
          <p:nvPr>
            <p:ph idx="4" type="body"/>
          </p:nvPr>
        </p:nvSpPr>
        <p:spPr>
          <a:xfrm>
            <a:off x="3723650" y="4262850"/>
            <a:ext cx="2476800" cy="5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1" name="Google Shape;241;p21"/>
          <p:cNvSpPr/>
          <p:nvPr>
            <p:ph idx="5" type="pic"/>
          </p:nvPr>
        </p:nvSpPr>
        <p:spPr>
          <a:xfrm>
            <a:off x="3739925" y="2065425"/>
            <a:ext cx="2451900" cy="160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2" name="Google Shape;242;p21"/>
          <p:cNvSpPr txBox="1"/>
          <p:nvPr>
            <p:ph idx="6" type="subTitle"/>
          </p:nvPr>
        </p:nvSpPr>
        <p:spPr>
          <a:xfrm>
            <a:off x="6383725" y="3965632"/>
            <a:ext cx="24045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43" name="Google Shape;243;p21"/>
          <p:cNvSpPr txBox="1"/>
          <p:nvPr>
            <p:ph idx="7" type="body"/>
          </p:nvPr>
        </p:nvSpPr>
        <p:spPr>
          <a:xfrm>
            <a:off x="6383725" y="4262856"/>
            <a:ext cx="2476800" cy="5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4" name="Google Shape;244;p21"/>
          <p:cNvSpPr/>
          <p:nvPr>
            <p:ph idx="8" type="pic"/>
          </p:nvPr>
        </p:nvSpPr>
        <p:spPr>
          <a:xfrm>
            <a:off x="6400000" y="2065425"/>
            <a:ext cx="2451900" cy="160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/ images - ALT 1">
  <p:cSld name="BLANK_1_1_1_1_1_1_1_1_1_1_1_1_1_1_2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8" name="Google Shape;248;p22"/>
          <p:cNvSpPr txBox="1"/>
          <p:nvPr>
            <p:ph idx="2" type="body"/>
          </p:nvPr>
        </p:nvSpPr>
        <p:spPr>
          <a:xfrm>
            <a:off x="475500" y="2030100"/>
            <a:ext cx="26700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9" name="Google Shape;249;p22"/>
          <p:cNvSpPr/>
          <p:nvPr>
            <p:ph idx="3" type="pic"/>
          </p:nvPr>
        </p:nvSpPr>
        <p:spPr>
          <a:xfrm>
            <a:off x="3741400" y="2029650"/>
            <a:ext cx="830700" cy="12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" name="Google Shape;250;p22"/>
          <p:cNvSpPr txBox="1"/>
          <p:nvPr>
            <p:ph idx="4" type="subTitle"/>
          </p:nvPr>
        </p:nvSpPr>
        <p:spPr>
          <a:xfrm>
            <a:off x="4663450" y="2224674"/>
            <a:ext cx="3235200" cy="6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51" name="Google Shape;251;p22"/>
          <p:cNvSpPr txBox="1"/>
          <p:nvPr>
            <p:ph idx="5" type="subTitle"/>
          </p:nvPr>
        </p:nvSpPr>
        <p:spPr>
          <a:xfrm>
            <a:off x="4663450" y="2988200"/>
            <a:ext cx="3235200" cy="23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52" name="Google Shape;252;p22"/>
          <p:cNvSpPr/>
          <p:nvPr>
            <p:ph idx="6" type="pic"/>
          </p:nvPr>
        </p:nvSpPr>
        <p:spPr>
          <a:xfrm>
            <a:off x="3741400" y="3579575"/>
            <a:ext cx="830700" cy="12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3" name="Google Shape;253;p22"/>
          <p:cNvSpPr txBox="1"/>
          <p:nvPr>
            <p:ph idx="7" type="subTitle"/>
          </p:nvPr>
        </p:nvSpPr>
        <p:spPr>
          <a:xfrm>
            <a:off x="4663450" y="3774599"/>
            <a:ext cx="3235200" cy="6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54" name="Google Shape;254;p22"/>
          <p:cNvSpPr txBox="1"/>
          <p:nvPr>
            <p:ph idx="8" type="subTitle"/>
          </p:nvPr>
        </p:nvSpPr>
        <p:spPr>
          <a:xfrm>
            <a:off x="4663450" y="4538125"/>
            <a:ext cx="3235200" cy="23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texture (Provided by Getty Images)" id="256" name="Google Shape;256;p23"/>
          <p:cNvPicPr preferRelativeResize="0"/>
          <p:nvPr/>
        </p:nvPicPr>
        <p:blipFill rotWithShape="1">
          <a:blip r:embed="rId2">
            <a:alphaModFix amt="43000"/>
          </a:blip>
          <a:srcRect b="39598" l="23975" r="45677" t="45068"/>
          <a:stretch/>
        </p:blipFill>
        <p:spPr>
          <a:xfrm rot="-5400000">
            <a:off x="8049675" y="1220925"/>
            <a:ext cx="1246200" cy="945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57" name="Google Shape;257;p23"/>
          <p:cNvSpPr/>
          <p:nvPr/>
        </p:nvSpPr>
        <p:spPr>
          <a:xfrm rot="5400000">
            <a:off x="1643775" y="-1478850"/>
            <a:ext cx="4814700" cy="8102400"/>
          </a:xfrm>
          <a:prstGeom prst="round1Rect">
            <a:avLst>
              <a:gd fmla="val 4842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descr="marble (Provided by Getty Images)" id="258" name="Google Shape;258;p23"/>
          <p:cNvPicPr preferRelativeResize="0"/>
          <p:nvPr/>
        </p:nvPicPr>
        <p:blipFill rotWithShape="1">
          <a:blip r:embed="rId3">
            <a:alphaModFix/>
          </a:blip>
          <a:srcRect b="75852" l="26764" r="46015" t="4842"/>
          <a:stretch/>
        </p:blipFill>
        <p:spPr>
          <a:xfrm rot="10800000">
            <a:off x="8200200" y="-1450"/>
            <a:ext cx="943800" cy="1011600"/>
          </a:xfrm>
          <a:prstGeom prst="round1Rect">
            <a:avLst>
              <a:gd fmla="val 15319" name="adj"/>
            </a:avLst>
          </a:prstGeom>
          <a:noFill/>
          <a:ln>
            <a:noFill/>
          </a:ln>
        </p:spPr>
      </p:pic>
      <p:pic>
        <p:nvPicPr>
          <p:cNvPr descr="Marble texture (Provided by Getty Images)" id="259" name="Google Shape;259;p23"/>
          <p:cNvPicPr preferRelativeResize="0"/>
          <p:nvPr/>
        </p:nvPicPr>
        <p:blipFill rotWithShape="1">
          <a:blip r:embed="rId4">
            <a:alphaModFix amt="62000"/>
          </a:blip>
          <a:srcRect b="16416" l="33342" r="31410" t="63092"/>
          <a:stretch/>
        </p:blipFill>
        <p:spPr>
          <a:xfrm rot="-5400000">
            <a:off x="8040825" y="2543525"/>
            <a:ext cx="1267500" cy="9486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Marble texture (Provided by Getty Images)" id="260" name="Google Shape;260;p23"/>
          <p:cNvPicPr preferRelativeResize="0"/>
          <p:nvPr/>
        </p:nvPicPr>
        <p:blipFill rotWithShape="1">
          <a:blip r:embed="rId4">
            <a:alphaModFix amt="62000"/>
          </a:blip>
          <a:srcRect b="33123" l="23874" r="40904" t="46490"/>
          <a:stretch/>
        </p:blipFill>
        <p:spPr>
          <a:xfrm rot="-5400000">
            <a:off x="8038875" y="3875025"/>
            <a:ext cx="1266600" cy="9438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>
            <p:ph idx="1" type="body"/>
          </p:nvPr>
        </p:nvSpPr>
        <p:spPr>
          <a:xfrm>
            <a:off x="672225" y="2016850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2" name="Google Shape;262;p23"/>
          <p:cNvSpPr txBox="1"/>
          <p:nvPr>
            <p:ph idx="2" type="subTitle"/>
          </p:nvPr>
        </p:nvSpPr>
        <p:spPr>
          <a:xfrm>
            <a:off x="672225" y="1691523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3" type="body"/>
          </p:nvPr>
        </p:nvSpPr>
        <p:spPr>
          <a:xfrm>
            <a:off x="672225" y="3400622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4" name="Google Shape;264;p23"/>
          <p:cNvSpPr txBox="1"/>
          <p:nvPr>
            <p:ph idx="4" type="subTitle"/>
          </p:nvPr>
        </p:nvSpPr>
        <p:spPr>
          <a:xfrm>
            <a:off x="672225" y="3075291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5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7" name="Google Shape;267;p23"/>
          <p:cNvSpPr txBox="1"/>
          <p:nvPr>
            <p:ph idx="6" type="subTitle"/>
          </p:nvPr>
        </p:nvSpPr>
        <p:spPr>
          <a:xfrm>
            <a:off x="283500" y="1691525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8" name="Google Shape;268;p23"/>
          <p:cNvSpPr txBox="1"/>
          <p:nvPr>
            <p:ph idx="7" type="subTitle"/>
          </p:nvPr>
        </p:nvSpPr>
        <p:spPr>
          <a:xfrm>
            <a:off x="283500" y="3075300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9" name="Google Shape;269;p23"/>
          <p:cNvSpPr txBox="1"/>
          <p:nvPr>
            <p:ph idx="8" type="body"/>
          </p:nvPr>
        </p:nvSpPr>
        <p:spPr>
          <a:xfrm>
            <a:off x="4439850" y="2016850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70" name="Google Shape;270;p23"/>
          <p:cNvSpPr txBox="1"/>
          <p:nvPr>
            <p:ph idx="9" type="subTitle"/>
          </p:nvPr>
        </p:nvSpPr>
        <p:spPr>
          <a:xfrm>
            <a:off x="4439850" y="1691523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13" type="body"/>
          </p:nvPr>
        </p:nvSpPr>
        <p:spPr>
          <a:xfrm>
            <a:off x="4439850" y="3400622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72" name="Google Shape;272;p23"/>
          <p:cNvSpPr txBox="1"/>
          <p:nvPr>
            <p:ph idx="14" type="subTitle"/>
          </p:nvPr>
        </p:nvSpPr>
        <p:spPr>
          <a:xfrm>
            <a:off x="4439850" y="3075291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15" type="subTitle"/>
          </p:nvPr>
        </p:nvSpPr>
        <p:spPr>
          <a:xfrm>
            <a:off x="4051125" y="1691525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16" type="subTitle"/>
          </p:nvPr>
        </p:nvSpPr>
        <p:spPr>
          <a:xfrm>
            <a:off x="4051125" y="3075300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ctives ">
  <p:cSld name="CUSTOM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idx="1" type="subTitle"/>
          </p:nvPr>
        </p:nvSpPr>
        <p:spPr>
          <a:xfrm>
            <a:off x="628575" y="1714500"/>
            <a:ext cx="23709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7" name="Google Shape;277;p24"/>
          <p:cNvSpPr txBox="1"/>
          <p:nvPr>
            <p:ph idx="2" type="subTitle"/>
          </p:nvPr>
        </p:nvSpPr>
        <p:spPr>
          <a:xfrm>
            <a:off x="3386550" y="1714500"/>
            <a:ext cx="23709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24"/>
          <p:cNvSpPr txBox="1"/>
          <p:nvPr>
            <p:ph idx="3" type="subTitle"/>
          </p:nvPr>
        </p:nvSpPr>
        <p:spPr>
          <a:xfrm>
            <a:off x="6134513" y="1714500"/>
            <a:ext cx="23709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4" type="body"/>
          </p:nvPr>
        </p:nvSpPr>
        <p:spPr>
          <a:xfrm>
            <a:off x="628575" y="3107719"/>
            <a:ext cx="2370900" cy="7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0" name="Google Shape;280;p24"/>
          <p:cNvSpPr txBox="1"/>
          <p:nvPr>
            <p:ph idx="5" type="body"/>
          </p:nvPr>
        </p:nvSpPr>
        <p:spPr>
          <a:xfrm>
            <a:off x="3386554" y="3107675"/>
            <a:ext cx="2370900" cy="7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1" name="Google Shape;281;p24"/>
          <p:cNvSpPr txBox="1"/>
          <p:nvPr>
            <p:ph idx="6" type="body"/>
          </p:nvPr>
        </p:nvSpPr>
        <p:spPr>
          <a:xfrm>
            <a:off x="6134521" y="3107719"/>
            <a:ext cx="2370900" cy="7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2" name="Google Shape;282;p24"/>
          <p:cNvSpPr/>
          <p:nvPr/>
        </p:nvSpPr>
        <p:spPr>
          <a:xfrm>
            <a:off x="628575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299001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4" name="Google Shape;284;p24"/>
          <p:cNvSpPr txBox="1"/>
          <p:nvPr>
            <p:ph idx="7" type="subTitle"/>
          </p:nvPr>
        </p:nvSpPr>
        <p:spPr>
          <a:xfrm>
            <a:off x="699100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8" type="subTitle"/>
          </p:nvPr>
        </p:nvSpPr>
        <p:spPr>
          <a:xfrm>
            <a:off x="2359900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86" name="Google Shape;286;p24"/>
          <p:cNvSpPr/>
          <p:nvPr/>
        </p:nvSpPr>
        <p:spPr>
          <a:xfrm>
            <a:off x="3381538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054163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8" name="Google Shape;288;p24"/>
          <p:cNvSpPr txBox="1"/>
          <p:nvPr>
            <p:ph idx="9" type="subTitle"/>
          </p:nvPr>
        </p:nvSpPr>
        <p:spPr>
          <a:xfrm>
            <a:off x="3452063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idx="13" type="subTitle"/>
          </p:nvPr>
        </p:nvSpPr>
        <p:spPr>
          <a:xfrm>
            <a:off x="5115063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0" name="Google Shape;290;p24"/>
          <p:cNvSpPr/>
          <p:nvPr/>
        </p:nvSpPr>
        <p:spPr>
          <a:xfrm>
            <a:off x="6134513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809313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92" name="Google Shape;292;p24"/>
          <p:cNvSpPr txBox="1"/>
          <p:nvPr>
            <p:ph idx="14" type="subTitle"/>
          </p:nvPr>
        </p:nvSpPr>
        <p:spPr>
          <a:xfrm>
            <a:off x="6205038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3" name="Google Shape;293;p24"/>
          <p:cNvSpPr txBox="1"/>
          <p:nvPr>
            <p:ph idx="15" type="subTitle"/>
          </p:nvPr>
        </p:nvSpPr>
        <p:spPr>
          <a:xfrm>
            <a:off x="7870213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4" name="Google Shape;294;p24"/>
          <p:cNvSpPr txBox="1"/>
          <p:nvPr>
            <p:ph idx="16" type="subTitle"/>
          </p:nvPr>
        </p:nvSpPr>
        <p:spPr>
          <a:xfrm>
            <a:off x="649575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5" name="Google Shape;295;p24"/>
          <p:cNvSpPr txBox="1"/>
          <p:nvPr>
            <p:ph idx="17" type="subTitle"/>
          </p:nvPr>
        </p:nvSpPr>
        <p:spPr>
          <a:xfrm>
            <a:off x="22990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6" name="Google Shape;296;p24"/>
          <p:cNvSpPr txBox="1"/>
          <p:nvPr>
            <p:ph idx="18" type="subTitle"/>
          </p:nvPr>
        </p:nvSpPr>
        <p:spPr>
          <a:xfrm>
            <a:off x="33833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24"/>
          <p:cNvSpPr txBox="1"/>
          <p:nvPr>
            <p:ph idx="19" type="subTitle"/>
          </p:nvPr>
        </p:nvSpPr>
        <p:spPr>
          <a:xfrm>
            <a:off x="50524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8" name="Google Shape;298;p24"/>
          <p:cNvSpPr txBox="1"/>
          <p:nvPr>
            <p:ph idx="20" type="subTitle"/>
          </p:nvPr>
        </p:nvSpPr>
        <p:spPr>
          <a:xfrm>
            <a:off x="6134525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9" name="Google Shape;299;p24"/>
          <p:cNvSpPr txBox="1"/>
          <p:nvPr>
            <p:ph idx="21" type="subTitle"/>
          </p:nvPr>
        </p:nvSpPr>
        <p:spPr>
          <a:xfrm>
            <a:off x="78058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00" name="Google Shape;300;p24"/>
          <p:cNvSpPr txBox="1"/>
          <p:nvPr>
            <p:ph idx="22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ctives with images">
  <p:cSld name="CUSTOM_5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/>
          <p:nvPr>
            <p:ph idx="2" type="pic"/>
          </p:nvPr>
        </p:nvSpPr>
        <p:spPr>
          <a:xfrm>
            <a:off x="477500" y="1765975"/>
            <a:ext cx="2667900" cy="142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3" type="pic"/>
          </p:nvPr>
        </p:nvSpPr>
        <p:spPr>
          <a:xfrm>
            <a:off x="3238050" y="1765975"/>
            <a:ext cx="2667900" cy="142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4" type="pic"/>
          </p:nvPr>
        </p:nvSpPr>
        <p:spPr>
          <a:xfrm>
            <a:off x="5998600" y="1765975"/>
            <a:ext cx="2667900" cy="142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25"/>
          <p:cNvSpPr txBox="1"/>
          <p:nvPr>
            <p:ph idx="1" type="subTitle"/>
          </p:nvPr>
        </p:nvSpPr>
        <p:spPr>
          <a:xfrm>
            <a:off x="477500" y="3501600"/>
            <a:ext cx="26598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7" name="Google Shape;307;p25"/>
          <p:cNvSpPr txBox="1"/>
          <p:nvPr>
            <p:ph idx="5" type="subTitle"/>
          </p:nvPr>
        </p:nvSpPr>
        <p:spPr>
          <a:xfrm>
            <a:off x="3242100" y="3501600"/>
            <a:ext cx="26598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8" name="Google Shape;308;p25"/>
          <p:cNvSpPr txBox="1"/>
          <p:nvPr>
            <p:ph idx="6" type="subTitle"/>
          </p:nvPr>
        </p:nvSpPr>
        <p:spPr>
          <a:xfrm>
            <a:off x="5998325" y="3501600"/>
            <a:ext cx="26598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7" type="body"/>
          </p:nvPr>
        </p:nvSpPr>
        <p:spPr>
          <a:xfrm>
            <a:off x="477500" y="3835075"/>
            <a:ext cx="26598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0" name="Google Shape;310;p25"/>
          <p:cNvSpPr txBox="1"/>
          <p:nvPr>
            <p:ph idx="8" type="body"/>
          </p:nvPr>
        </p:nvSpPr>
        <p:spPr>
          <a:xfrm>
            <a:off x="3242100" y="3835075"/>
            <a:ext cx="26598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1" name="Google Shape;311;p25"/>
          <p:cNvSpPr txBox="1"/>
          <p:nvPr>
            <p:ph idx="9" type="body"/>
          </p:nvPr>
        </p:nvSpPr>
        <p:spPr>
          <a:xfrm>
            <a:off x="5998325" y="3835075"/>
            <a:ext cx="26598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2" name="Google Shape;312;p25"/>
          <p:cNvSpPr txBox="1"/>
          <p:nvPr>
            <p:ph idx="13" type="subTitle"/>
          </p:nvPr>
        </p:nvSpPr>
        <p:spPr>
          <a:xfrm>
            <a:off x="477500" y="3257225"/>
            <a:ext cx="6954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14" type="subTitle"/>
          </p:nvPr>
        </p:nvSpPr>
        <p:spPr>
          <a:xfrm>
            <a:off x="3242100" y="3257225"/>
            <a:ext cx="6954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15" type="subTitle"/>
          </p:nvPr>
        </p:nvSpPr>
        <p:spPr>
          <a:xfrm>
            <a:off x="5998325" y="3257225"/>
            <a:ext cx="6954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6" name="Google Shape;316;p25"/>
          <p:cNvSpPr txBox="1"/>
          <p:nvPr>
            <p:ph idx="16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8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/>
          <p:nvPr>
            <p:ph idx="2" type="pic"/>
          </p:nvPr>
        </p:nvSpPr>
        <p:spPr>
          <a:xfrm rot="-5400000">
            <a:off x="5317275" y="1321875"/>
            <a:ext cx="4991400" cy="2661900"/>
          </a:xfrm>
          <a:prstGeom prst="round1Rect">
            <a:avLst>
              <a:gd fmla="val 16607" name="adj"/>
            </a:avLst>
          </a:prstGeom>
          <a:noFill/>
          <a:ln>
            <a:noFill/>
          </a:ln>
        </p:spPr>
      </p:sp>
      <p:sp>
        <p:nvSpPr>
          <p:cNvPr id="319" name="Google Shape;319;p26"/>
          <p:cNvSpPr/>
          <p:nvPr/>
        </p:nvSpPr>
        <p:spPr>
          <a:xfrm>
            <a:off x="283475" y="1079100"/>
            <a:ext cx="6046500" cy="4064400"/>
          </a:xfrm>
          <a:prstGeom prst="round2SameRect">
            <a:avLst>
              <a:gd fmla="val 7319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 dir="10920000" dist="57150">
              <a:schemeClr val="dk1">
                <a:alpha val="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20" name="Google Shape;320;p26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type="title"/>
          </p:nvPr>
        </p:nvSpPr>
        <p:spPr>
          <a:xfrm>
            <a:off x="633325" y="1788450"/>
            <a:ext cx="52737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22" name="Google Shape;322;p26"/>
          <p:cNvSpPr txBox="1"/>
          <p:nvPr>
            <p:ph idx="3" type="subTitle"/>
          </p:nvPr>
        </p:nvSpPr>
        <p:spPr>
          <a:xfrm>
            <a:off x="633325" y="2518300"/>
            <a:ext cx="2834400" cy="6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6"/>
          <p:cNvSpPr/>
          <p:nvPr>
            <p:ph idx="4" type="pic"/>
          </p:nvPr>
        </p:nvSpPr>
        <p:spPr>
          <a:xfrm>
            <a:off x="633325" y="3490875"/>
            <a:ext cx="1276200" cy="9651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4" name="Google Shape;324;p26"/>
          <p:cNvSpPr txBox="1"/>
          <p:nvPr>
            <p:ph idx="5" type="subTitle"/>
          </p:nvPr>
        </p:nvSpPr>
        <p:spPr>
          <a:xfrm>
            <a:off x="2063100" y="3621025"/>
            <a:ext cx="2600400" cy="33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25" name="Google Shape;325;p26"/>
          <p:cNvSpPr txBox="1"/>
          <p:nvPr>
            <p:ph idx="6" type="subTitle"/>
          </p:nvPr>
        </p:nvSpPr>
        <p:spPr>
          <a:xfrm>
            <a:off x="2063100" y="3977384"/>
            <a:ext cx="26004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"/>
          <p:cNvSpPr txBox="1"/>
          <p:nvPr>
            <p:ph type="title"/>
          </p:nvPr>
        </p:nvSpPr>
        <p:spPr>
          <a:xfrm>
            <a:off x="714025" y="1764325"/>
            <a:ext cx="7715700" cy="1248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9" name="Google Shape;349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0" name="Google Shape;350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5" name="Google Shape;355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1" name="Google Shape;371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9" name="Google Shape;379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5" name="Google Shape;385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7" name="Google Shape;387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8" name="Google Shape;388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8" name="Google Shape;398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1" name="Google Shape;40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3" name="Google Shape;403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6" name="Google Shape;406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9" name="Google Shape;409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2" name="Google Shape;412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4" name="Google Shape;414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://daytraderjournal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://daytraderjourn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"/>
          <p:cNvSpPr/>
          <p:nvPr/>
        </p:nvSpPr>
        <p:spPr>
          <a:xfrm rot="-5400000">
            <a:off x="3765875" y="-1242675"/>
            <a:ext cx="3129300" cy="7631700"/>
          </a:xfrm>
          <a:prstGeom prst="round2SameRect">
            <a:avLst>
              <a:gd fmla="val 6150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200025" rotWithShape="0" algn="bl" dir="9000000" dist="76200">
              <a:schemeClr val="dk1">
                <a:alpha val="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3" name="Google Shape;433;p49"/>
          <p:cNvSpPr txBox="1"/>
          <p:nvPr>
            <p:ph type="ctrTitle"/>
          </p:nvPr>
        </p:nvSpPr>
        <p:spPr>
          <a:xfrm>
            <a:off x="2224800" y="1499975"/>
            <a:ext cx="6014700" cy="16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2000"/>
              <a:buFont typeface="Manrope"/>
              <a:buNone/>
            </a:pPr>
            <a:r>
              <a:rPr b="1" lang="en" sz="20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Group Case 1</a:t>
            </a:r>
            <a:endParaRPr b="1" sz="20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2000"/>
              <a:buFont typeface="Manrope"/>
              <a:buNone/>
            </a:pPr>
            <a:r>
              <a:rPr lang="en" sz="20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Atlantic Computer: A Bundle of Pricing Option</a:t>
            </a:r>
            <a:endParaRPr sz="20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4" name="Google Shape;434;p49"/>
          <p:cNvSpPr txBox="1"/>
          <p:nvPr>
            <p:ph idx="4294967295" type="subTitle"/>
          </p:nvPr>
        </p:nvSpPr>
        <p:spPr>
          <a:xfrm>
            <a:off x="2612225" y="3190100"/>
            <a:ext cx="54366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Group 3: Heven Abraha, Nia Bishop, Rutendo Nyoka, Julia See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5" name="Google Shape;435;p49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/>
              <a:t>BUMK 773</a:t>
            </a:r>
            <a:endParaRPr/>
          </a:p>
        </p:txBody>
      </p:sp>
      <p:pic>
        <p:nvPicPr>
          <p:cNvPr descr="Marble texture (Provided by Getty Images)" id="436" name="Google Shape;436;p49"/>
          <p:cNvPicPr preferRelativeResize="0"/>
          <p:nvPr/>
        </p:nvPicPr>
        <p:blipFill rotWithShape="1">
          <a:blip r:embed="rId3">
            <a:alphaModFix/>
          </a:blip>
          <a:srcRect b="8354" l="51184" r="0" t="70762"/>
          <a:stretch/>
        </p:blipFill>
        <p:spPr>
          <a:xfrm>
            <a:off x="0" y="4172200"/>
            <a:ext cx="1464300" cy="9714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Marble texture (Provided by Getty Images)" id="437" name="Google Shape;437;p49"/>
          <p:cNvPicPr preferRelativeResize="0"/>
          <p:nvPr/>
        </p:nvPicPr>
        <p:blipFill rotWithShape="1">
          <a:blip r:embed="rId3">
            <a:alphaModFix/>
          </a:blip>
          <a:srcRect b="8358" l="0" r="0" t="70763"/>
          <a:stretch/>
        </p:blipFill>
        <p:spPr>
          <a:xfrm rot="10800000">
            <a:off x="1514675" y="-100"/>
            <a:ext cx="3100200" cy="9714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Smooth stone texture (Provided by Getty Images)" id="438" name="Google Shape;438;p49"/>
          <p:cNvPicPr preferRelativeResize="0"/>
          <p:nvPr/>
        </p:nvPicPr>
        <p:blipFill rotWithShape="1">
          <a:blip r:embed="rId4">
            <a:alphaModFix/>
          </a:blip>
          <a:srcRect b="77982" l="86246" r="14" t="347"/>
          <a:stretch/>
        </p:blipFill>
        <p:spPr>
          <a:xfrm flipH="1">
            <a:off x="8212800" y="4183200"/>
            <a:ext cx="931200" cy="960300"/>
          </a:xfrm>
          <a:prstGeom prst="round1Rect">
            <a:avLst>
              <a:gd fmla="val 22027" name="adj"/>
            </a:avLst>
          </a:prstGeom>
          <a:noFill/>
          <a:ln>
            <a:noFill/>
          </a:ln>
          <a:effectLst>
            <a:outerShdw blurRad="171450" rotWithShape="0" algn="bl" dir="11520000" dist="57150">
              <a:schemeClr val="dk1">
                <a:alpha val="17650"/>
              </a:schemeClr>
            </a:outerShdw>
          </a:effectLst>
        </p:spPr>
      </p:pic>
      <p:pic>
        <p:nvPicPr>
          <p:cNvPr descr="Smooth stone texture (Provided by Getty Images)" id="439" name="Google Shape;439;p49"/>
          <p:cNvPicPr preferRelativeResize="0"/>
          <p:nvPr/>
        </p:nvPicPr>
        <p:blipFill rotWithShape="1">
          <a:blip r:embed="rId4">
            <a:alphaModFix/>
          </a:blip>
          <a:srcRect b="77982" l="32628" r="13" t="347"/>
          <a:stretch/>
        </p:blipFill>
        <p:spPr>
          <a:xfrm rot="10800000">
            <a:off x="4664850" y="0"/>
            <a:ext cx="4479000" cy="960300"/>
          </a:xfrm>
          <a:prstGeom prst="round1Rect">
            <a:avLst>
              <a:gd fmla="val 22027" name="adj"/>
            </a:avLst>
          </a:prstGeom>
          <a:noFill/>
          <a:ln>
            <a:noFill/>
          </a:ln>
          <a:effectLst>
            <a:outerShdw blurRad="171450" rotWithShape="0" algn="bl" dir="11520000" dist="95250">
              <a:schemeClr val="dk1">
                <a:alpha val="10000"/>
              </a:scheme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(Provided by Getty Images)" id="444" name="Google Shape;444;p50"/>
          <p:cNvPicPr preferRelativeResize="0"/>
          <p:nvPr/>
        </p:nvPicPr>
        <p:blipFill rotWithShape="1">
          <a:blip r:embed="rId3">
            <a:alphaModFix/>
          </a:blip>
          <a:srcRect b="19594" l="-16212" r="-2906" t="29355"/>
          <a:stretch/>
        </p:blipFill>
        <p:spPr>
          <a:xfrm rot="-5400000">
            <a:off x="5142425" y="856100"/>
            <a:ext cx="4860300" cy="31482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45" name="Google Shape;445;p50"/>
          <p:cNvSpPr txBox="1"/>
          <p:nvPr>
            <p:ph idx="3" type="body"/>
          </p:nvPr>
        </p:nvSpPr>
        <p:spPr>
          <a:xfrm>
            <a:off x="283475" y="826775"/>
            <a:ext cx="5057400" cy="324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Q1. What price should Jowers charge DayTraderJournal.com for the Atlantic Bundle (e.g., 2 Tronn servers + PESA software tool)? </a:t>
            </a:r>
            <a:endParaRPr sz="14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</a:pPr>
            <a:r>
              <a:rPr b="1" lang="en" sz="1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$4,200</a:t>
            </a:r>
            <a:endParaRPr b="1"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</a:pPr>
            <a:r>
              <a:rPr lang="en" sz="1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Value in use pricing strategy compares the total savings for the consumer based upon buying 4 Zinks from their competitor Ontario. The Atlantic Bundle also saves </a:t>
            </a:r>
            <a:r>
              <a:rPr lang="en" sz="1400" u="sng">
                <a:solidFill>
                  <a:srgbClr val="1155CC"/>
                </a:solidFill>
                <a:latin typeface="Garamond"/>
                <a:ea typeface="Garamond"/>
                <a:cs typeface="Garamond"/>
                <a:sym typeface="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DayTraderJournal.com</a:t>
            </a:r>
            <a:r>
              <a:rPr lang="en" sz="1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expenses related to electricity, fewer servers would have to be purchased short term, savings for software licensing fees, and labor costs.</a:t>
            </a:r>
            <a:endParaRPr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</a:pPr>
            <a:r>
              <a:rPr lang="en" sz="1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This creates a strong value proposition because the customer still receives substantial savings compared with its alternative. </a:t>
            </a:r>
            <a:endParaRPr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46" name="Google Shape;446;p50"/>
          <p:cNvSpPr txBox="1"/>
          <p:nvPr>
            <p:ph idx="4" type="title"/>
          </p:nvPr>
        </p:nvSpPr>
        <p:spPr>
          <a:xfrm>
            <a:off x="6227075" y="283475"/>
            <a:ext cx="2523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(Provided by Getty Images)" id="451" name="Google Shape;451;p51"/>
          <p:cNvPicPr preferRelativeResize="0"/>
          <p:nvPr/>
        </p:nvPicPr>
        <p:blipFill rotWithShape="1">
          <a:blip r:embed="rId3">
            <a:alphaModFix/>
          </a:blip>
          <a:srcRect b="19594" l="-16212" r="-2906" t="29355"/>
          <a:stretch/>
        </p:blipFill>
        <p:spPr>
          <a:xfrm rot="-5400000">
            <a:off x="5142425" y="856100"/>
            <a:ext cx="4860300" cy="31482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52" name="Google Shape;452;p51"/>
          <p:cNvSpPr txBox="1"/>
          <p:nvPr>
            <p:ph idx="3" type="body"/>
          </p:nvPr>
        </p:nvSpPr>
        <p:spPr>
          <a:xfrm>
            <a:off x="283475" y="826775"/>
            <a:ext cx="5057400" cy="11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Q2. Think broadly about the top-line revenue implications from each of the 4 alternative pricing strategies. Approximately how much money over the next 3 years will be “left on the table” if the firm were to give away the software tool for free (e.g., status-quo pricing) versus utilizing one of the other pricing approaches?</a:t>
            </a:r>
            <a:endParaRPr sz="11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3" name="Google Shape;453;p51"/>
          <p:cNvSpPr txBox="1"/>
          <p:nvPr>
            <p:ph idx="4" type="title"/>
          </p:nvPr>
        </p:nvSpPr>
        <p:spPr>
          <a:xfrm>
            <a:off x="6227075" y="283475"/>
            <a:ext cx="2523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54" name="Google Shape;454;p51"/>
          <p:cNvGraphicFramePr/>
          <p:nvPr/>
        </p:nvGraphicFramePr>
        <p:xfrm>
          <a:off x="173713" y="216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{A2373F6E-B96A-4313-A578-5528499D6C31}</a:tableStyleId>
              </a:tblPr>
              <a:tblGrid>
                <a:gridCol w="1841525"/>
                <a:gridCol w="1841525"/>
                <a:gridCol w="184152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Pricing Approaches</a:t>
                      </a:r>
                      <a:endParaRPr b="1"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Revenue</a:t>
                      </a:r>
                      <a:endParaRPr b="1"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Difference between Status-Quo Pricing</a:t>
                      </a:r>
                      <a:endParaRPr b="1"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Status Quo vs. Competition-Based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$36 million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$14.8 million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Status Quo vs. Cost-Plus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$23.8 million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$2.6 million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Status Quo vs. Value In Use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$44.5 million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$23.3 million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Status Quo 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$21.2 million</a:t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(Provided by Getty Images)" id="459" name="Google Shape;459;p52"/>
          <p:cNvPicPr preferRelativeResize="0"/>
          <p:nvPr/>
        </p:nvPicPr>
        <p:blipFill rotWithShape="1">
          <a:blip r:embed="rId3">
            <a:alphaModFix/>
          </a:blip>
          <a:srcRect b="19594" l="-16212" r="-2906" t="29355"/>
          <a:stretch/>
        </p:blipFill>
        <p:spPr>
          <a:xfrm rot="-5400000">
            <a:off x="5142425" y="856100"/>
            <a:ext cx="4860300" cy="31482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60" name="Google Shape;460;p52"/>
          <p:cNvSpPr txBox="1"/>
          <p:nvPr>
            <p:ph idx="3" type="body"/>
          </p:nvPr>
        </p:nvSpPr>
        <p:spPr>
          <a:xfrm>
            <a:off x="283475" y="826775"/>
            <a:ext cx="5388000" cy="30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Q3. How is Matzer likely to react to your recommendation?</a:t>
            </a:r>
            <a:endParaRPr b="1" sz="13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400">
                <a:latin typeface="Garamond"/>
                <a:ea typeface="Garamond"/>
                <a:cs typeface="Garamond"/>
                <a:sym typeface="Garamond"/>
              </a:rPr>
              <a:t>Initial resistance: Matzer traditionally believes software tools like PESA should be given away for free. </a:t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400">
                <a:latin typeface="Garamond"/>
                <a:ea typeface="Garamond"/>
                <a:cs typeface="Garamond"/>
                <a:sym typeface="Garamond"/>
              </a:rPr>
              <a:t>Concern about changing tradition: Value-in-use pricing represents a shift from Atlantic’s traditional cost-plus pricing approach.</a:t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400">
                <a:latin typeface="Garamond"/>
                <a:ea typeface="Garamond"/>
                <a:cs typeface="Garamond"/>
                <a:sym typeface="Garamond"/>
              </a:rPr>
              <a:t>Potential acceptance: Jowers can gain Matzer’s support by demonstrating PESA’s measurable customer savings and the additional revenue Atlantic can capture.</a:t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400">
                <a:latin typeface="Garamond"/>
                <a:ea typeface="Garamond"/>
                <a:cs typeface="Garamond"/>
                <a:sym typeface="Garamond"/>
              </a:rPr>
              <a:t>Key takeaway: Atlantic should capture a portion of the value PESA creates rather than give it away for free.</a:t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1" name="Google Shape;461;p52"/>
          <p:cNvSpPr txBox="1"/>
          <p:nvPr>
            <p:ph idx="4" type="title"/>
          </p:nvPr>
        </p:nvSpPr>
        <p:spPr>
          <a:xfrm>
            <a:off x="6227075" y="283475"/>
            <a:ext cx="2523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(Provided by Getty Images)" id="466" name="Google Shape;466;p53"/>
          <p:cNvPicPr preferRelativeResize="0"/>
          <p:nvPr/>
        </p:nvPicPr>
        <p:blipFill rotWithShape="1">
          <a:blip r:embed="rId3">
            <a:alphaModFix/>
          </a:blip>
          <a:srcRect b="19594" l="-16212" r="-2906" t="29355"/>
          <a:stretch/>
        </p:blipFill>
        <p:spPr>
          <a:xfrm rot="-5400000">
            <a:off x="5142425" y="856100"/>
            <a:ext cx="4860300" cy="31482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67" name="Google Shape;467;p53"/>
          <p:cNvSpPr txBox="1"/>
          <p:nvPr>
            <p:ph idx="3" type="body"/>
          </p:nvPr>
        </p:nvSpPr>
        <p:spPr>
          <a:xfrm>
            <a:off x="283475" y="475500"/>
            <a:ext cx="5057400" cy="40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Q4. How is Cadena’s sales force likely to react to your recommendation?</a:t>
            </a:r>
            <a:endParaRPr sz="13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aramond"/>
              <a:buChar char="●"/>
            </a:pPr>
            <a:r>
              <a:rPr lang="en" sz="1400"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Possible resistance: The sales force is traditionally hardware-focused and accustomed to giving software tools away for free. 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aramond"/>
              <a:buChar char="●"/>
            </a:pP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Pricing may be harder to sell: Salespeople may worry that charging for PESA will make the Atlantic Bundle appear more expensive and create customer objections.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aramond"/>
              <a:buChar char="●"/>
            </a:pP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Financial incentive: Because approximately 30% of sales compensation comes from commission, higher bundle revenues could motivate the sales force to support the strategy. 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aramond"/>
              <a:buChar char="●"/>
            </a:pP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Key takeaway: Atlantic should train the sales force to demonstrate PESA’s measurable customer value and cost savings, rather than selling it as simply an additional software charge.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8" name="Google Shape;468;p53"/>
          <p:cNvSpPr txBox="1"/>
          <p:nvPr>
            <p:ph idx="4" type="title"/>
          </p:nvPr>
        </p:nvSpPr>
        <p:spPr>
          <a:xfrm>
            <a:off x="6227075" y="283475"/>
            <a:ext cx="2523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(Provided by Getty Images)" id="473" name="Google Shape;473;p54"/>
          <p:cNvPicPr preferRelativeResize="0"/>
          <p:nvPr/>
        </p:nvPicPr>
        <p:blipFill rotWithShape="1">
          <a:blip r:embed="rId3">
            <a:alphaModFix/>
          </a:blip>
          <a:srcRect b="19594" l="-16212" r="-2906" t="29355"/>
          <a:stretch/>
        </p:blipFill>
        <p:spPr>
          <a:xfrm rot="-5400000">
            <a:off x="5142425" y="856100"/>
            <a:ext cx="4860300" cy="31482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74" name="Google Shape;474;p54"/>
          <p:cNvSpPr txBox="1"/>
          <p:nvPr>
            <p:ph idx="3" type="body"/>
          </p:nvPr>
        </p:nvSpPr>
        <p:spPr>
          <a:xfrm>
            <a:off x="192450" y="283475"/>
            <a:ext cx="5388000" cy="41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Q5. How are customers in your target market likely to react to your recommended pricing strategy? What response can be provided to overcome any objections?</a:t>
            </a:r>
            <a:endParaRPr sz="13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aramond"/>
              <a:buChar char="●"/>
            </a:pP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Initial reaction: Customers may resist paying for PESA because software tools are traditionally expected to be included for free. 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aramond"/>
              <a:buChar char="●"/>
            </a:pP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Price concern: Customers such as </a:t>
            </a:r>
            <a:r>
              <a:rPr lang="en" sz="1400" u="sng">
                <a:solidFill>
                  <a:srgbClr val="1155CC"/>
                </a:solidFill>
                <a:latin typeface="Garamond"/>
                <a:ea typeface="Garamond"/>
                <a:cs typeface="Garamond"/>
                <a:sym typeface="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DayTraderJournal.com</a:t>
            </a: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 may focus on the higher upfront price, especially because minimizing acquisition cost is a key buying criterion. 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aramond"/>
              <a:buChar char="●"/>
            </a:pP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Overcome objections with value: Atlantic should demonstrate that PESA allows customers to use fewer servers, reducing electricity, software licensing, and labor costs. 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aramond"/>
              <a:buChar char="●"/>
            </a:pPr>
            <a:r>
              <a:rPr lang="en" sz="1300">
                <a:latin typeface="Garamond"/>
                <a:ea typeface="Garamond"/>
                <a:cs typeface="Garamond"/>
                <a:sym typeface="Garamond"/>
              </a:rPr>
              <a:t>Key takeaway: Shift the conversation from “How much does PESA cost?” to “How much does PESA save you?”This shows customers that they still receive significant economic value even when paying for PESA.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75" name="Google Shape;475;p54"/>
          <p:cNvSpPr txBox="1"/>
          <p:nvPr>
            <p:ph idx="4" type="title"/>
          </p:nvPr>
        </p:nvSpPr>
        <p:spPr>
          <a:xfrm>
            <a:off x="6227075" y="283475"/>
            <a:ext cx="2523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