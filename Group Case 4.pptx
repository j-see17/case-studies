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anrope Light"/>
      <p:regular r:id="rId18"/>
      <p:bold r:id="rId19"/>
    </p:embeddedFont>
    <p:embeddedFont>
      <p:font typeface="Nunito SemiBold"/>
      <p:regular r:id="rId20"/>
      <p:bold r:id="rId21"/>
      <p:italic r:id="rId22"/>
      <p:boldItalic r:id="rId23"/>
    </p:embeddedFont>
    <p:embeddedFont>
      <p:font typeface="Nunito"/>
      <p:regular r:id="rId24"/>
      <p:bold r:id="rId25"/>
      <p:italic r:id="rId26"/>
      <p:boldItalic r:id="rId27"/>
    </p:embeddedFont>
    <p:embeddedFont>
      <p:font typeface="Manrope SemiBold"/>
      <p:regular r:id="rId28"/>
      <p:bold r:id="rId29"/>
    </p:embeddedFont>
    <p:embeddedFont>
      <p:font typeface="Manrope"/>
      <p:regular r:id="rId30"/>
      <p:bold r:id="rId31"/>
    </p:embeddedFont>
    <p:embeddedFont>
      <p:font typeface="Manrope Medium"/>
      <p:regular r:id="rId32"/>
      <p:bold r:id="rId33"/>
    </p:embeddedFont>
    <p:embeddedFont>
      <p:font typeface="Nunito Medium"/>
      <p:regular r:id="rId34"/>
      <p:bold r:id="rId35"/>
      <p:italic r:id="rId36"/>
      <p:boldItalic r:id="rId37"/>
    </p:embeddedFont>
    <p:embeddedFont>
      <p:font typeface="Nunito Ligh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Light-italic.fntdata"/><Relationship Id="rId20" Type="http://schemas.openxmlformats.org/officeDocument/2006/relationships/font" Target="fonts/NunitoSemiBold-regular.fntdata"/><Relationship Id="rId41" Type="http://schemas.openxmlformats.org/officeDocument/2006/relationships/font" Target="fonts/NunitoLight-boldItalic.fntdata"/><Relationship Id="rId22" Type="http://schemas.openxmlformats.org/officeDocument/2006/relationships/font" Target="fonts/NunitoSemiBold-italic.fntdata"/><Relationship Id="rId21" Type="http://schemas.openxmlformats.org/officeDocument/2006/relationships/font" Target="fonts/NunitoSemiBold-bold.fntdata"/><Relationship Id="rId24" Type="http://schemas.openxmlformats.org/officeDocument/2006/relationships/font" Target="fonts/Nunito-regular.fntdata"/><Relationship Id="rId23" Type="http://schemas.openxmlformats.org/officeDocument/2006/relationships/font" Target="fonts/Nunito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ManropeSemiBold-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anrope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nrope-bold.fntdata"/><Relationship Id="rId30" Type="http://schemas.openxmlformats.org/officeDocument/2006/relationships/font" Target="fonts/Manrope-regular.fntdata"/><Relationship Id="rId11" Type="http://schemas.openxmlformats.org/officeDocument/2006/relationships/slide" Target="slides/slide6.xml"/><Relationship Id="rId33" Type="http://schemas.openxmlformats.org/officeDocument/2006/relationships/font" Target="fonts/ManropeMedium-bold.fntdata"/><Relationship Id="rId10" Type="http://schemas.openxmlformats.org/officeDocument/2006/relationships/slide" Target="slides/slide5.xml"/><Relationship Id="rId32" Type="http://schemas.openxmlformats.org/officeDocument/2006/relationships/font" Target="fonts/ManropeMedium-regular.fntdata"/><Relationship Id="rId13" Type="http://schemas.openxmlformats.org/officeDocument/2006/relationships/slide" Target="slides/slide8.xml"/><Relationship Id="rId35" Type="http://schemas.openxmlformats.org/officeDocument/2006/relationships/font" Target="fonts/NunitoMedium-bold.fntdata"/><Relationship Id="rId12" Type="http://schemas.openxmlformats.org/officeDocument/2006/relationships/slide" Target="slides/slide7.xml"/><Relationship Id="rId34" Type="http://schemas.openxmlformats.org/officeDocument/2006/relationships/font" Target="fonts/NunitoMedium-regular.fntdata"/><Relationship Id="rId15" Type="http://schemas.openxmlformats.org/officeDocument/2006/relationships/slide" Target="slides/slide10.xml"/><Relationship Id="rId37" Type="http://schemas.openxmlformats.org/officeDocument/2006/relationships/font" Target="fonts/NunitoMedium-boldItalic.fntdata"/><Relationship Id="rId14" Type="http://schemas.openxmlformats.org/officeDocument/2006/relationships/slide" Target="slides/slide9.xml"/><Relationship Id="rId36" Type="http://schemas.openxmlformats.org/officeDocument/2006/relationships/font" Target="fonts/NunitoMedium-italic.fntdata"/><Relationship Id="rId17" Type="http://schemas.openxmlformats.org/officeDocument/2006/relationships/slide" Target="slides/slide12.xml"/><Relationship Id="rId39" Type="http://schemas.openxmlformats.org/officeDocument/2006/relationships/font" Target="fonts/NunitoLight-bold.fntdata"/><Relationship Id="rId16" Type="http://schemas.openxmlformats.org/officeDocument/2006/relationships/slide" Target="slides/slide11.xml"/><Relationship Id="rId38" Type="http://schemas.openxmlformats.org/officeDocument/2006/relationships/font" Target="fonts/NunitoLight-regular.fntdata"/><Relationship Id="rId19" Type="http://schemas.openxmlformats.org/officeDocument/2006/relationships/font" Target="fonts/ManropeLight-bold.fntdata"/><Relationship Id="rId18" Type="http://schemas.openxmlformats.org/officeDocument/2006/relationships/font" Target="fonts/Manrope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87bd6372e_1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f87bd6372e_1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87bd6372e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f87bd6372e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87bd6372e_1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87bd6372e_1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b80d37f90_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fb80d37f90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b80d37f90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fb80d37f90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b80d37f90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fb80d37f90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fb80d37f90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fb80d37f90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87bd6372e_1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f87bd6372e_1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fb80d37f9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fb80d37f9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87bd6372e_1_1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f87bd6372e_1_1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b80d37f90_1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fb80d37f90_1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fb80d37f90_1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fb80d37f90_1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1515000" y="4186450"/>
            <a:ext cx="6649500" cy="960300"/>
          </a:xfrm>
          <a:prstGeom prst="round2SameRect">
            <a:avLst>
              <a:gd fmla="val 31290" name="adj1"/>
              <a:gd fmla="val 0" name="adj2"/>
            </a:avLst>
          </a:prstGeom>
          <a:noFill/>
          <a:ln>
            <a:noFill/>
          </a:ln>
        </p:spPr>
      </p:sp>
      <p:sp>
        <p:nvSpPr>
          <p:cNvPr id="11" name="Google Shape;11;p2"/>
          <p:cNvSpPr/>
          <p:nvPr>
            <p:ph idx="3" type="pic"/>
          </p:nvPr>
        </p:nvSpPr>
        <p:spPr>
          <a:xfrm flipH="1">
            <a:off x="8218223" y="4187925"/>
            <a:ext cx="924300" cy="960300"/>
          </a:xfrm>
          <a:prstGeom prst="round1Rect">
            <a:avLst>
              <a:gd fmla="val 21722" name="adj"/>
            </a:avLst>
          </a:prstGeom>
          <a:noFill/>
          <a:ln>
            <a:noFill/>
          </a:ln>
        </p:spPr>
      </p:sp>
      <p:sp>
        <p:nvSpPr>
          <p:cNvPr id="12" name="Google Shape;12;p2"/>
          <p:cNvSpPr/>
          <p:nvPr>
            <p:ph idx="4" type="pic"/>
          </p:nvPr>
        </p:nvSpPr>
        <p:spPr>
          <a:xfrm rot="10800000">
            <a:off x="1515000" y="-2468"/>
            <a:ext cx="3100200" cy="977700"/>
          </a:xfrm>
          <a:prstGeom prst="round2SameRect">
            <a:avLst>
              <a:gd fmla="val 16667" name="adj1"/>
              <a:gd fmla="val 0" name="adj2"/>
            </a:avLst>
          </a:prstGeom>
          <a:noFill/>
          <a:ln>
            <a:noFill/>
          </a:ln>
        </p:spPr>
      </p:sp>
      <p:sp>
        <p:nvSpPr>
          <p:cNvPr id="13" name="Google Shape;13;p2"/>
          <p:cNvSpPr/>
          <p:nvPr>
            <p:ph idx="5" type="pic"/>
          </p:nvPr>
        </p:nvSpPr>
        <p:spPr>
          <a:xfrm rot="10800000">
            <a:off x="4664725" y="-1868"/>
            <a:ext cx="4477800" cy="977100"/>
          </a:xfrm>
          <a:prstGeom prst="round1Rect">
            <a:avLst>
              <a:gd fmla="val 17079" name="adj"/>
            </a:avLst>
          </a:prstGeom>
          <a:noFill/>
          <a:ln>
            <a:noFill/>
          </a:ln>
        </p:spPr>
      </p:sp>
      <p:sp>
        <p:nvSpPr>
          <p:cNvPr id="14" name="Google Shape;14;p2"/>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chemeClr val="dk1"/>
              </a:buClr>
              <a:buSzPts val="4600"/>
              <a:buFont typeface="Manrope SemiBold"/>
              <a:buNone/>
              <a:defRPr sz="4600">
                <a:latin typeface="Manrope SemiBold"/>
                <a:ea typeface="Manrope SemiBold"/>
                <a:cs typeface="Manrope SemiBold"/>
                <a:sym typeface="Manrope SemiBold"/>
              </a:defRPr>
            </a:lvl1pPr>
            <a:lvl2pPr lvl="1">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2pPr>
            <a:lvl3pPr lvl="2">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3pPr>
            <a:lvl4pPr lvl="3">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4pPr>
            <a:lvl5pPr lvl="4">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5pPr>
            <a:lvl6pPr lvl="5">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6pPr>
            <a:lvl7pPr lvl="6">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7pPr>
            <a:lvl8pPr lvl="7">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8pPr>
            <a:lvl9pPr lvl="8">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9pPr>
          </a:lstStyle>
          <a:p/>
        </p:txBody>
      </p:sp>
      <p:sp>
        <p:nvSpPr>
          <p:cNvPr id="15" name="Google Shape;15;p2"/>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6" name="Google Shape;16;p2"/>
          <p:cNvSpPr txBox="1"/>
          <p:nvPr>
            <p:ph idx="6" type="subTitle"/>
          </p:nvPr>
        </p:nvSpPr>
        <p:spPr>
          <a:xfrm>
            <a:off x="2238050" y="3068700"/>
            <a:ext cx="5514300" cy="408900"/>
          </a:xfrm>
          <a:prstGeom prst="rect">
            <a:avLst/>
          </a:prstGeom>
        </p:spPr>
        <p:txBody>
          <a:bodyPr anchorCtr="0" anchor="ctr" bIns="0" lIns="0" spcFirstLastPara="1" rIns="0" wrap="square" tIns="0">
            <a:normAutofit/>
          </a:bodyPr>
          <a:lstStyle>
            <a:lvl1pPr lvl="0">
              <a:lnSpc>
                <a:spcPct val="100000"/>
              </a:lnSpc>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Marble texture (Provided by Getty Images)" id="17" name="Google Shape;17;p2"/>
          <p:cNvPicPr preferRelativeResize="0"/>
          <p:nvPr/>
        </p:nvPicPr>
        <p:blipFill rotWithShape="1">
          <a:blip r:embed="rId2">
            <a:alphaModFix/>
          </a:blip>
          <a:srcRect b="8354" l="51184" r="0" t="70762"/>
          <a:stretch/>
        </p:blipFill>
        <p:spPr>
          <a:xfrm>
            <a:off x="0" y="4172200"/>
            <a:ext cx="1464300" cy="971400"/>
          </a:xfrm>
          <a:prstGeom prst="round1Rect">
            <a:avLst>
              <a:gd fmla="val 16667" name="adj"/>
            </a:avLst>
          </a:prstGeom>
          <a:noFill/>
          <a:ln>
            <a:noFill/>
          </a:ln>
        </p:spPr>
      </p:pic>
      <p:sp>
        <p:nvSpPr>
          <p:cNvPr id="18" name="Google Shape;18;p2"/>
          <p:cNvSpPr/>
          <p:nvPr>
            <p:ph idx="7" type="pic"/>
          </p:nvPr>
        </p:nvSpPr>
        <p:spPr>
          <a:xfrm>
            <a:off x="2400" y="4169350"/>
            <a:ext cx="1464300" cy="977100"/>
          </a:xfrm>
          <a:prstGeom prst="round1Rect">
            <a:avLst>
              <a:gd fmla="val 17079"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TITLE_1">
    <p:spTree>
      <p:nvGrpSpPr>
        <p:cNvPr id="19" name="Shape 19"/>
        <p:cNvGrpSpPr/>
        <p:nvPr/>
      </p:nvGrpSpPr>
      <p:grpSpPr>
        <a:xfrm>
          <a:off x="0" y="0"/>
          <a:ext cx="0" cy="0"/>
          <a:chOff x="0" y="0"/>
          <a:chExt cx="0" cy="0"/>
        </a:xfrm>
      </p:grpSpPr>
      <p:sp>
        <p:nvSpPr>
          <p:cNvPr id="20" name="Google Shape;20;p3"/>
          <p:cNvSpPr/>
          <p:nvPr>
            <p:ph idx="2" type="pic"/>
          </p:nvPr>
        </p:nvSpPr>
        <p:spPr>
          <a:xfrm>
            <a:off x="7474525" y="283475"/>
            <a:ext cx="1386000" cy="4860000"/>
          </a:xfrm>
          <a:prstGeom prst="round2SameRect">
            <a:avLst>
              <a:gd fmla="val 16667" name="adj1"/>
              <a:gd fmla="val 0" name="adj2"/>
            </a:avLst>
          </a:prstGeom>
          <a:noFill/>
          <a:ln>
            <a:noFill/>
          </a:ln>
        </p:spPr>
      </p:sp>
      <p:sp>
        <p:nvSpPr>
          <p:cNvPr id="21" name="Google Shape;21;p3"/>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 name="Google Shape;22;p3"/>
          <p:cNvGrpSpPr/>
          <p:nvPr/>
        </p:nvGrpSpPr>
        <p:grpSpPr>
          <a:xfrm>
            <a:off x="283475" y="457201"/>
            <a:ext cx="351960" cy="352044"/>
            <a:chOff x="8489825" y="3576200"/>
            <a:chExt cx="419700" cy="419700"/>
          </a:xfrm>
        </p:grpSpPr>
        <p:sp>
          <p:nvSpPr>
            <p:cNvPr id="23" name="Google Shape;23;p3"/>
            <p:cNvSpPr/>
            <p:nvPr/>
          </p:nvSpPr>
          <p:spPr>
            <a:xfrm>
              <a:off x="8489825" y="3576200"/>
              <a:ext cx="419700" cy="419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24" name="Google Shape;24;p3"/>
            <p:cNvGrpSpPr/>
            <p:nvPr/>
          </p:nvGrpSpPr>
          <p:grpSpPr>
            <a:xfrm rot="5400000">
              <a:off x="8618161" y="3720599"/>
              <a:ext cx="143075" cy="130896"/>
              <a:chOff x="3091318" y="986129"/>
              <a:chExt cx="694200" cy="635111"/>
            </a:xfrm>
          </p:grpSpPr>
          <p:cxnSp>
            <p:nvCxnSpPr>
              <p:cNvPr id="25" name="Google Shape;25;p3"/>
              <p:cNvCxnSpPr/>
              <p:nvPr/>
            </p:nvCxnSpPr>
            <p:spPr>
              <a:xfrm rot="5400000">
                <a:off x="3149351" y="971579"/>
                <a:ext cx="573000" cy="602100"/>
              </a:xfrm>
              <a:prstGeom prst="straightConnector1">
                <a:avLst/>
              </a:prstGeom>
              <a:noFill/>
              <a:ln cap="flat" cmpd="sng" w="19050">
                <a:solidFill>
                  <a:schemeClr val="lt1"/>
                </a:solidFill>
                <a:prstDash val="solid"/>
                <a:round/>
                <a:headEnd len="sm" w="sm" type="none"/>
                <a:tailEnd len="sm" w="sm" type="none"/>
              </a:ln>
            </p:spPr>
          </p:cxnSp>
          <p:cxnSp>
            <p:nvCxnSpPr>
              <p:cNvPr id="26" name="Google Shape;26;p3"/>
              <p:cNvCxnSpPr/>
              <p:nvPr/>
            </p:nvCxnSpPr>
            <p:spPr>
              <a:xfrm>
                <a:off x="3438418" y="639095"/>
                <a:ext cx="0" cy="694200"/>
              </a:xfrm>
              <a:prstGeom prst="straightConnector1">
                <a:avLst/>
              </a:prstGeom>
              <a:noFill/>
              <a:ln cap="flat" cmpd="sng" w="19050">
                <a:solidFill>
                  <a:schemeClr val="lt1"/>
                </a:solidFill>
                <a:prstDash val="solid"/>
                <a:round/>
                <a:headEnd len="sm" w="sm" type="none"/>
                <a:tailEnd len="sm" w="sm" type="none"/>
              </a:ln>
            </p:spPr>
          </p:cxnSp>
          <p:cxnSp>
            <p:nvCxnSpPr>
              <p:cNvPr id="27" name="Google Shape;27;p3"/>
              <p:cNvCxnSpPr/>
              <p:nvPr/>
            </p:nvCxnSpPr>
            <p:spPr>
              <a:xfrm rot="5400000">
                <a:off x="3428226" y="1307590"/>
                <a:ext cx="627300" cy="0"/>
              </a:xfrm>
              <a:prstGeom prst="straightConnector1">
                <a:avLst/>
              </a:prstGeom>
              <a:noFill/>
              <a:ln cap="flat" cmpd="sng" w="19050">
                <a:solidFill>
                  <a:schemeClr val="lt1"/>
                </a:solidFill>
                <a:prstDash val="solid"/>
                <a:round/>
                <a:headEnd len="sm" w="sm" type="none"/>
                <a:tailEnd len="sm" w="sm" type="none"/>
              </a:ln>
            </p:spPr>
          </p:cxnSp>
        </p:grpSp>
      </p:grpSp>
      <p:sp>
        <p:nvSpPr>
          <p:cNvPr id="28" name="Google Shape;28;p3"/>
          <p:cNvSpPr txBox="1"/>
          <p:nvPr>
            <p:ph idx="1" type="subTitle"/>
          </p:nvPr>
        </p:nvSpPr>
        <p:spPr>
          <a:xfrm>
            <a:off x="283475" y="3087225"/>
            <a:ext cx="21846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9" name="Google Shape;29;p3"/>
          <p:cNvSpPr txBox="1"/>
          <p:nvPr>
            <p:ph idx="3" type="subTitle"/>
          </p:nvPr>
        </p:nvSpPr>
        <p:spPr>
          <a:xfrm>
            <a:off x="2597688" y="3087225"/>
            <a:ext cx="21855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30" name="Google Shape;30;p3"/>
          <p:cNvSpPr txBox="1"/>
          <p:nvPr>
            <p:ph idx="4" type="subTitle"/>
          </p:nvPr>
        </p:nvSpPr>
        <p:spPr>
          <a:xfrm>
            <a:off x="4912800" y="3087225"/>
            <a:ext cx="2185500" cy="763800"/>
          </a:xfrm>
          <a:prstGeom prst="rect">
            <a:avLst/>
          </a:prstGeom>
        </p:spPr>
        <p:txBody>
          <a:bodyPr anchorCtr="0" anchor="ctr"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3"/>
          <p:cNvSpPr txBox="1"/>
          <p:nvPr>
            <p:ph idx="5" type="subTitle"/>
          </p:nvPr>
        </p:nvSpPr>
        <p:spPr>
          <a:xfrm>
            <a:off x="293325" y="2329250"/>
            <a:ext cx="19083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2" name="Google Shape;32;p3"/>
          <p:cNvSpPr txBox="1"/>
          <p:nvPr>
            <p:ph idx="6" type="subTitle"/>
          </p:nvPr>
        </p:nvSpPr>
        <p:spPr>
          <a:xfrm>
            <a:off x="256947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3" name="Google Shape;33;p3"/>
          <p:cNvSpPr txBox="1"/>
          <p:nvPr>
            <p:ph idx="7" type="subTitle"/>
          </p:nvPr>
        </p:nvSpPr>
        <p:spPr>
          <a:xfrm>
            <a:off x="490442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4" name="Google Shape;34;p3"/>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5" name="Google Shape;35;p3"/>
          <p:cNvSpPr txBox="1"/>
          <p:nvPr>
            <p:ph type="title"/>
          </p:nvPr>
        </p:nvSpPr>
        <p:spPr>
          <a:xfrm>
            <a:off x="838525" y="427450"/>
            <a:ext cx="5827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2">
  <p:cSld name="TITLE_1_1">
    <p:spTree>
      <p:nvGrpSpPr>
        <p:cNvPr id="36" name="Shape 36"/>
        <p:cNvGrpSpPr/>
        <p:nvPr/>
      </p:nvGrpSpPr>
      <p:grpSpPr>
        <a:xfrm>
          <a:off x="0" y="0"/>
          <a:ext cx="0" cy="0"/>
          <a:chOff x="0" y="0"/>
          <a:chExt cx="0" cy="0"/>
        </a:xfrm>
      </p:grpSpPr>
      <p:sp>
        <p:nvSpPr>
          <p:cNvPr id="37" name="Google Shape;37;p4"/>
          <p:cNvSpPr/>
          <p:nvPr>
            <p:ph idx="2" type="pic"/>
          </p:nvPr>
        </p:nvSpPr>
        <p:spPr>
          <a:xfrm>
            <a:off x="7474525" y="283475"/>
            <a:ext cx="1386000" cy="4860000"/>
          </a:xfrm>
          <a:prstGeom prst="round2SameRect">
            <a:avLst>
              <a:gd fmla="val 16667" name="adj1"/>
              <a:gd fmla="val 0" name="adj2"/>
            </a:avLst>
          </a:prstGeom>
          <a:noFill/>
          <a:ln>
            <a:noFill/>
          </a:ln>
        </p:spPr>
      </p:sp>
      <p:sp>
        <p:nvSpPr>
          <p:cNvPr id="38" name="Google Shape;38;p4"/>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4"/>
          <p:cNvSpPr txBox="1"/>
          <p:nvPr>
            <p:ph idx="1" type="subTitle"/>
          </p:nvPr>
        </p:nvSpPr>
        <p:spPr>
          <a:xfrm>
            <a:off x="690043"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0" name="Google Shape;40;p4"/>
          <p:cNvSpPr txBox="1"/>
          <p:nvPr>
            <p:ph idx="3" type="subTitle"/>
          </p:nvPr>
        </p:nvSpPr>
        <p:spPr>
          <a:xfrm>
            <a:off x="3527068"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1" name="Google Shape;41;p4"/>
          <p:cNvSpPr txBox="1"/>
          <p:nvPr>
            <p:ph idx="4" type="subTitle"/>
          </p:nvPr>
        </p:nvSpPr>
        <p:spPr>
          <a:xfrm>
            <a:off x="690040"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2" name="Google Shape;42;p4"/>
          <p:cNvSpPr txBox="1"/>
          <p:nvPr>
            <p:ph idx="5" type="subTitle"/>
          </p:nvPr>
        </p:nvSpPr>
        <p:spPr>
          <a:xfrm>
            <a:off x="3527065"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3" name="Google Shape;43;p4"/>
          <p:cNvSpPr txBox="1"/>
          <p:nvPr>
            <p:ph idx="6" type="subTitle"/>
          </p:nvPr>
        </p:nvSpPr>
        <p:spPr>
          <a:xfrm>
            <a:off x="690040" y="2717894"/>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4" name="Google Shape;44;p4"/>
          <p:cNvSpPr txBox="1"/>
          <p:nvPr>
            <p:ph idx="7" type="subTitle"/>
          </p:nvPr>
        </p:nvSpPr>
        <p:spPr>
          <a:xfrm>
            <a:off x="3527065" y="2712044"/>
            <a:ext cx="409500" cy="611100"/>
          </a:xfrm>
          <a:prstGeom prst="rect">
            <a:avLst/>
          </a:prstGeom>
        </p:spPr>
        <p:txBody>
          <a:bodyPr anchorCtr="0" anchor="ctr" bIns="0" lIns="0" spcFirstLastPara="1" rIns="0" wrap="square" tIns="0">
            <a:normAutofit/>
          </a:bodyPr>
          <a:lstStyle>
            <a:lvl1pPr lvl="0">
              <a:spcBef>
                <a:spcPts val="0"/>
              </a:spcBef>
              <a:spcAft>
                <a:spcPts val="0"/>
              </a:spcAft>
              <a:buSzPts val="1400"/>
              <a:buFont typeface="Nunito Light"/>
              <a:buNone/>
              <a:defRPr>
                <a:latin typeface="Nunito Light"/>
                <a:ea typeface="Nunito Light"/>
                <a:cs typeface="Nunito Light"/>
                <a:sym typeface="Nunito Light"/>
              </a:defRPr>
            </a:lvl1pPr>
            <a:lvl2pPr lvl="1">
              <a:spcBef>
                <a:spcPts val="0"/>
              </a:spcBef>
              <a:spcAft>
                <a:spcPts val="0"/>
              </a:spcAft>
              <a:buSzPts val="1400"/>
              <a:buFont typeface="Nunito Light"/>
              <a:buNone/>
              <a:defRPr>
                <a:latin typeface="Nunito Light"/>
                <a:ea typeface="Nunito Light"/>
                <a:cs typeface="Nunito Light"/>
                <a:sym typeface="Nunito Light"/>
              </a:defRPr>
            </a:lvl2pPr>
            <a:lvl3pPr lvl="2">
              <a:spcBef>
                <a:spcPts val="0"/>
              </a:spcBef>
              <a:spcAft>
                <a:spcPts val="0"/>
              </a:spcAft>
              <a:buSzPts val="1400"/>
              <a:buFont typeface="Nunito Light"/>
              <a:buNone/>
              <a:defRPr>
                <a:latin typeface="Nunito Light"/>
                <a:ea typeface="Nunito Light"/>
                <a:cs typeface="Nunito Light"/>
                <a:sym typeface="Nunito Light"/>
              </a:defRPr>
            </a:lvl3pPr>
            <a:lvl4pPr lvl="3">
              <a:spcBef>
                <a:spcPts val="0"/>
              </a:spcBef>
              <a:spcAft>
                <a:spcPts val="0"/>
              </a:spcAft>
              <a:buSzPts val="1400"/>
              <a:buFont typeface="Nunito Light"/>
              <a:buNone/>
              <a:defRPr>
                <a:latin typeface="Nunito Light"/>
                <a:ea typeface="Nunito Light"/>
                <a:cs typeface="Nunito Light"/>
                <a:sym typeface="Nunito Light"/>
              </a:defRPr>
            </a:lvl4pPr>
            <a:lvl5pPr lvl="4">
              <a:spcBef>
                <a:spcPts val="0"/>
              </a:spcBef>
              <a:spcAft>
                <a:spcPts val="0"/>
              </a:spcAft>
              <a:buSzPts val="1400"/>
              <a:buFont typeface="Nunito Light"/>
              <a:buNone/>
              <a:defRPr>
                <a:latin typeface="Nunito Light"/>
                <a:ea typeface="Nunito Light"/>
                <a:cs typeface="Nunito Light"/>
                <a:sym typeface="Nunito Light"/>
              </a:defRPr>
            </a:lvl5pPr>
            <a:lvl6pPr lvl="5">
              <a:spcBef>
                <a:spcPts val="0"/>
              </a:spcBef>
              <a:spcAft>
                <a:spcPts val="0"/>
              </a:spcAft>
              <a:buSzPts val="1400"/>
              <a:buFont typeface="Nunito Light"/>
              <a:buNone/>
              <a:defRPr>
                <a:latin typeface="Nunito Light"/>
                <a:ea typeface="Nunito Light"/>
                <a:cs typeface="Nunito Light"/>
                <a:sym typeface="Nunito Light"/>
              </a:defRPr>
            </a:lvl6pPr>
            <a:lvl7pPr lvl="6">
              <a:spcBef>
                <a:spcPts val="0"/>
              </a:spcBef>
              <a:spcAft>
                <a:spcPts val="0"/>
              </a:spcAft>
              <a:buSzPts val="1400"/>
              <a:buFont typeface="Nunito Light"/>
              <a:buNone/>
              <a:defRPr>
                <a:latin typeface="Nunito Light"/>
                <a:ea typeface="Nunito Light"/>
                <a:cs typeface="Nunito Light"/>
                <a:sym typeface="Nunito Light"/>
              </a:defRPr>
            </a:lvl7pPr>
            <a:lvl8pPr lvl="7">
              <a:spcBef>
                <a:spcPts val="0"/>
              </a:spcBef>
              <a:spcAft>
                <a:spcPts val="0"/>
              </a:spcAft>
              <a:buSzPts val="1400"/>
              <a:buFont typeface="Nunito Light"/>
              <a:buNone/>
              <a:defRPr>
                <a:latin typeface="Nunito Light"/>
                <a:ea typeface="Nunito Light"/>
                <a:cs typeface="Nunito Light"/>
                <a:sym typeface="Nunito Light"/>
              </a:defRPr>
            </a:lvl8pPr>
            <a:lvl9pPr lvl="8">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5" name="Google Shape;45;p4"/>
          <p:cNvSpPr txBox="1"/>
          <p:nvPr>
            <p:ph idx="8" type="subTitle"/>
          </p:nvPr>
        </p:nvSpPr>
        <p:spPr>
          <a:xfrm>
            <a:off x="120390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6" name="Google Shape;46;p4"/>
          <p:cNvSpPr txBox="1"/>
          <p:nvPr>
            <p:ph idx="9" type="subTitle"/>
          </p:nvPr>
        </p:nvSpPr>
        <p:spPr>
          <a:xfrm>
            <a:off x="1203900" y="21061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7" name="Google Shape;47;p4"/>
          <p:cNvSpPr txBox="1"/>
          <p:nvPr>
            <p:ph idx="13" type="subTitle"/>
          </p:nvPr>
        </p:nvSpPr>
        <p:spPr>
          <a:xfrm>
            <a:off x="120390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8" name="Google Shape;48;p4"/>
          <p:cNvSpPr txBox="1"/>
          <p:nvPr>
            <p:ph idx="14" type="subTitle"/>
          </p:nvPr>
        </p:nvSpPr>
        <p:spPr>
          <a:xfrm>
            <a:off x="403855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9" name="Google Shape;49;p4"/>
          <p:cNvSpPr txBox="1"/>
          <p:nvPr>
            <p:ph idx="15" type="subTitle"/>
          </p:nvPr>
        </p:nvSpPr>
        <p:spPr>
          <a:xfrm>
            <a:off x="4038550" y="2103120"/>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0" name="Google Shape;50;p4"/>
          <p:cNvSpPr txBox="1"/>
          <p:nvPr>
            <p:ph idx="16" type="subTitle"/>
          </p:nvPr>
        </p:nvSpPr>
        <p:spPr>
          <a:xfrm>
            <a:off x="403855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1" name="Google Shape;51;p4"/>
          <p:cNvSpPr txBox="1"/>
          <p:nvPr>
            <p:ph idx="17" type="subTitle"/>
          </p:nvPr>
        </p:nvSpPr>
        <p:spPr>
          <a:xfrm>
            <a:off x="690040" y="332554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2" name="Google Shape;52;p4"/>
          <p:cNvSpPr txBox="1"/>
          <p:nvPr>
            <p:ph idx="18" type="subTitle"/>
          </p:nvPr>
        </p:nvSpPr>
        <p:spPr>
          <a:xfrm>
            <a:off x="3527065" y="331969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3" name="Google Shape;53;p4"/>
          <p:cNvSpPr txBox="1"/>
          <p:nvPr>
            <p:ph idx="19" type="subTitle"/>
          </p:nvPr>
        </p:nvSpPr>
        <p:spPr>
          <a:xfrm>
            <a:off x="1203900" y="3328416"/>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4" name="Google Shape;54;p4"/>
          <p:cNvSpPr txBox="1"/>
          <p:nvPr>
            <p:ph idx="20" type="subTitle"/>
          </p:nvPr>
        </p:nvSpPr>
        <p:spPr>
          <a:xfrm>
            <a:off x="4038550" y="33192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5" name="Google Shape;55;p4"/>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56" name="Google Shape;56;p4"/>
          <p:cNvSpPr txBox="1"/>
          <p:nvPr>
            <p:ph type="title"/>
          </p:nvPr>
        </p:nvSpPr>
        <p:spPr>
          <a:xfrm>
            <a:off x="283475" y="475500"/>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Font typeface="Manrope"/>
              <a:buNone/>
              <a:defRPr sz="3000"/>
            </a:lvl1pPr>
            <a:lvl2pPr lvl="1">
              <a:spcBef>
                <a:spcPts val="0"/>
              </a:spcBef>
              <a:spcAft>
                <a:spcPts val="0"/>
              </a:spcAft>
              <a:buSzPts val="3000"/>
              <a:buFont typeface="Manrope"/>
              <a:buNone/>
              <a:defRPr sz="3000"/>
            </a:lvl2pPr>
            <a:lvl3pPr lvl="2">
              <a:spcBef>
                <a:spcPts val="0"/>
              </a:spcBef>
              <a:spcAft>
                <a:spcPts val="0"/>
              </a:spcAft>
              <a:buSzPts val="3000"/>
              <a:buFont typeface="Manrope"/>
              <a:buNone/>
              <a:defRPr sz="3000"/>
            </a:lvl3pPr>
            <a:lvl4pPr lvl="3">
              <a:spcBef>
                <a:spcPts val="0"/>
              </a:spcBef>
              <a:spcAft>
                <a:spcPts val="0"/>
              </a:spcAft>
              <a:buSzPts val="3000"/>
              <a:buFont typeface="Manrope"/>
              <a:buNone/>
              <a:defRPr sz="3000"/>
            </a:lvl4pPr>
            <a:lvl5pPr lvl="4">
              <a:spcBef>
                <a:spcPts val="0"/>
              </a:spcBef>
              <a:spcAft>
                <a:spcPts val="0"/>
              </a:spcAft>
              <a:buSzPts val="3000"/>
              <a:buFont typeface="Manrope"/>
              <a:buNone/>
              <a:defRPr sz="3000"/>
            </a:lvl5pPr>
            <a:lvl6pPr lvl="5">
              <a:spcBef>
                <a:spcPts val="0"/>
              </a:spcBef>
              <a:spcAft>
                <a:spcPts val="0"/>
              </a:spcAft>
              <a:buSzPts val="3000"/>
              <a:buFont typeface="Manrope"/>
              <a:buNone/>
              <a:defRPr sz="3000"/>
            </a:lvl6pPr>
            <a:lvl7pPr lvl="6">
              <a:spcBef>
                <a:spcPts val="0"/>
              </a:spcBef>
              <a:spcAft>
                <a:spcPts val="0"/>
              </a:spcAft>
              <a:buSzPts val="3000"/>
              <a:buFont typeface="Manrope"/>
              <a:buNone/>
              <a:defRPr sz="3000"/>
            </a:lvl7pPr>
            <a:lvl8pPr lvl="7">
              <a:spcBef>
                <a:spcPts val="0"/>
              </a:spcBef>
              <a:spcAft>
                <a:spcPts val="0"/>
              </a:spcAft>
              <a:buSzPts val="3000"/>
              <a:buFont typeface="Manrope"/>
              <a:buNone/>
              <a:defRPr sz="3000"/>
            </a:lvl8pPr>
            <a:lvl9pPr lvl="8">
              <a:spcBef>
                <a:spcPts val="0"/>
              </a:spcBef>
              <a:spcAft>
                <a:spcPts val="0"/>
              </a:spcAft>
              <a:buSzPts val="3000"/>
              <a:buFont typeface="Manrope"/>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3 cards">
  <p:cSld name="CUSTOM_1">
    <p:spTree>
      <p:nvGrpSpPr>
        <p:cNvPr id="57" name="Shape 57"/>
        <p:cNvGrpSpPr/>
        <p:nvPr/>
      </p:nvGrpSpPr>
      <p:grpSpPr>
        <a:xfrm>
          <a:off x="0" y="0"/>
          <a:ext cx="0" cy="0"/>
          <a:chOff x="0" y="0"/>
          <a:chExt cx="0" cy="0"/>
        </a:xfrm>
      </p:grpSpPr>
      <p:sp>
        <p:nvSpPr>
          <p:cNvPr id="58" name="Google Shape;58;p5"/>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60" name="Google Shape;60;p5"/>
          <p:cNvSpPr/>
          <p:nvPr>
            <p:ph idx="2" type="pic"/>
          </p:nvPr>
        </p:nvSpPr>
        <p:spPr>
          <a:xfrm>
            <a:off x="283475" y="1426475"/>
            <a:ext cx="2760300" cy="1812300"/>
          </a:xfrm>
          <a:prstGeom prst="round2SameRect">
            <a:avLst>
              <a:gd fmla="val 16667" name="adj1"/>
              <a:gd fmla="val 0" name="adj2"/>
            </a:avLst>
          </a:prstGeom>
          <a:noFill/>
          <a:ln>
            <a:noFill/>
          </a:ln>
        </p:spPr>
      </p:sp>
      <p:sp>
        <p:nvSpPr>
          <p:cNvPr id="61" name="Google Shape;61;p5"/>
          <p:cNvSpPr/>
          <p:nvPr>
            <p:ph idx="3" type="pic"/>
          </p:nvPr>
        </p:nvSpPr>
        <p:spPr>
          <a:xfrm>
            <a:off x="3191850" y="1426475"/>
            <a:ext cx="2760300" cy="1812300"/>
          </a:xfrm>
          <a:prstGeom prst="round2SameRect">
            <a:avLst>
              <a:gd fmla="val 16667" name="adj1"/>
              <a:gd fmla="val 0" name="adj2"/>
            </a:avLst>
          </a:prstGeom>
          <a:noFill/>
          <a:ln>
            <a:noFill/>
          </a:ln>
        </p:spPr>
      </p:sp>
      <p:sp>
        <p:nvSpPr>
          <p:cNvPr id="62" name="Google Shape;62;p5"/>
          <p:cNvSpPr/>
          <p:nvPr>
            <p:ph idx="4" type="pic"/>
          </p:nvPr>
        </p:nvSpPr>
        <p:spPr>
          <a:xfrm>
            <a:off x="6100225" y="1426475"/>
            <a:ext cx="2760300" cy="1812300"/>
          </a:xfrm>
          <a:prstGeom prst="round2SameRect">
            <a:avLst>
              <a:gd fmla="val 16667" name="adj1"/>
              <a:gd fmla="val 0" name="adj2"/>
            </a:avLst>
          </a:prstGeom>
          <a:noFill/>
          <a:ln>
            <a:noFill/>
          </a:ln>
        </p:spPr>
      </p:sp>
      <p:sp>
        <p:nvSpPr>
          <p:cNvPr id="63" name="Google Shape;63;p5"/>
          <p:cNvSpPr txBox="1"/>
          <p:nvPr>
            <p:ph idx="5" type="subTitle"/>
          </p:nvPr>
        </p:nvSpPr>
        <p:spPr>
          <a:xfrm>
            <a:off x="475500" y="3383025"/>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4" name="Google Shape;64;p5"/>
          <p:cNvSpPr txBox="1"/>
          <p:nvPr>
            <p:ph idx="6" type="subTitle"/>
          </p:nvPr>
        </p:nvSpPr>
        <p:spPr>
          <a:xfrm>
            <a:off x="47302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5" name="Google Shape;65;p5"/>
          <p:cNvSpPr txBox="1"/>
          <p:nvPr>
            <p:ph idx="7" type="subTitle"/>
          </p:nvPr>
        </p:nvSpPr>
        <p:spPr>
          <a:xfrm>
            <a:off x="47550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6" name="Google Shape;66;p5"/>
          <p:cNvSpPr txBox="1"/>
          <p:nvPr>
            <p:ph idx="8" type="subTitle"/>
          </p:nvPr>
        </p:nvSpPr>
        <p:spPr>
          <a:xfrm>
            <a:off x="3381050"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7" name="Google Shape;67;p5"/>
          <p:cNvSpPr txBox="1"/>
          <p:nvPr>
            <p:ph idx="9" type="subTitle"/>
          </p:nvPr>
        </p:nvSpPr>
        <p:spPr>
          <a:xfrm>
            <a:off x="337857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8" name="Google Shape;68;p5"/>
          <p:cNvSpPr txBox="1"/>
          <p:nvPr>
            <p:ph idx="13" type="subTitle"/>
          </p:nvPr>
        </p:nvSpPr>
        <p:spPr>
          <a:xfrm>
            <a:off x="338105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9" name="Google Shape;69;p5"/>
          <p:cNvSpPr txBox="1"/>
          <p:nvPr>
            <p:ph idx="14" type="subTitle"/>
          </p:nvPr>
        </p:nvSpPr>
        <p:spPr>
          <a:xfrm>
            <a:off x="6286575"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0" name="Google Shape;70;p5"/>
          <p:cNvSpPr txBox="1"/>
          <p:nvPr>
            <p:ph idx="15" type="subTitle"/>
          </p:nvPr>
        </p:nvSpPr>
        <p:spPr>
          <a:xfrm>
            <a:off x="6284100"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71" name="Google Shape;71;p5"/>
          <p:cNvSpPr txBox="1"/>
          <p:nvPr>
            <p:ph idx="16" type="subTitle"/>
          </p:nvPr>
        </p:nvSpPr>
        <p:spPr>
          <a:xfrm>
            <a:off x="6286575"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6 cards">
  <p:cSld name="CUSTOM_1_1">
    <p:spTree>
      <p:nvGrpSpPr>
        <p:cNvPr id="72" name="Shape 72"/>
        <p:cNvGrpSpPr/>
        <p:nvPr/>
      </p:nvGrpSpPr>
      <p:grpSpPr>
        <a:xfrm>
          <a:off x="0" y="0"/>
          <a:ext cx="0" cy="0"/>
          <a:chOff x="0" y="0"/>
          <a:chExt cx="0" cy="0"/>
        </a:xfrm>
      </p:grpSpPr>
      <p:sp>
        <p:nvSpPr>
          <p:cNvPr id="73" name="Google Shape;73;p6"/>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75" name="Google Shape;75;p6"/>
          <p:cNvSpPr/>
          <p:nvPr>
            <p:ph idx="2" type="pic"/>
          </p:nvPr>
        </p:nvSpPr>
        <p:spPr>
          <a:xfrm>
            <a:off x="283475" y="1629400"/>
            <a:ext cx="1367400" cy="1487100"/>
          </a:xfrm>
          <a:prstGeom prst="round2SameRect">
            <a:avLst>
              <a:gd fmla="val 16879" name="adj1"/>
              <a:gd fmla="val 0" name="adj2"/>
            </a:avLst>
          </a:prstGeom>
          <a:noFill/>
          <a:ln>
            <a:noFill/>
          </a:ln>
        </p:spPr>
      </p:sp>
      <p:sp>
        <p:nvSpPr>
          <p:cNvPr id="76" name="Google Shape;76;p6"/>
          <p:cNvSpPr txBox="1"/>
          <p:nvPr>
            <p:ph idx="3" type="subTitle"/>
          </p:nvPr>
        </p:nvSpPr>
        <p:spPr>
          <a:xfrm>
            <a:off x="475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7" name="Google Shape;77;p6"/>
          <p:cNvSpPr txBox="1"/>
          <p:nvPr>
            <p:ph idx="4" type="subTitle"/>
          </p:nvPr>
        </p:nvSpPr>
        <p:spPr>
          <a:xfrm>
            <a:off x="473025"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78" name="Google Shape;78;p6"/>
          <p:cNvSpPr/>
          <p:nvPr>
            <p:ph idx="5" type="pic"/>
          </p:nvPr>
        </p:nvSpPr>
        <p:spPr>
          <a:xfrm>
            <a:off x="1725638" y="1629400"/>
            <a:ext cx="1367400" cy="1487100"/>
          </a:xfrm>
          <a:prstGeom prst="round2SameRect">
            <a:avLst>
              <a:gd fmla="val 16879" name="adj1"/>
              <a:gd fmla="val 0" name="adj2"/>
            </a:avLst>
          </a:prstGeom>
          <a:noFill/>
          <a:ln>
            <a:noFill/>
          </a:ln>
        </p:spPr>
      </p:sp>
      <p:sp>
        <p:nvSpPr>
          <p:cNvPr id="79" name="Google Shape;79;p6"/>
          <p:cNvSpPr txBox="1"/>
          <p:nvPr>
            <p:ph idx="6" type="subTitle"/>
          </p:nvPr>
        </p:nvSpPr>
        <p:spPr>
          <a:xfrm>
            <a:off x="1917675" y="3133274"/>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0" name="Google Shape;80;p6"/>
          <p:cNvSpPr txBox="1"/>
          <p:nvPr>
            <p:ph idx="7" type="subTitle"/>
          </p:nvPr>
        </p:nvSpPr>
        <p:spPr>
          <a:xfrm>
            <a:off x="19151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1" name="Google Shape;81;p6"/>
          <p:cNvSpPr/>
          <p:nvPr>
            <p:ph idx="8" type="pic"/>
          </p:nvPr>
        </p:nvSpPr>
        <p:spPr>
          <a:xfrm>
            <a:off x="3167463" y="1629400"/>
            <a:ext cx="1367400" cy="1487100"/>
          </a:xfrm>
          <a:prstGeom prst="round2SameRect">
            <a:avLst>
              <a:gd fmla="val 16879" name="adj1"/>
              <a:gd fmla="val 0" name="adj2"/>
            </a:avLst>
          </a:prstGeom>
          <a:noFill/>
          <a:ln>
            <a:noFill/>
          </a:ln>
        </p:spPr>
      </p:sp>
      <p:sp>
        <p:nvSpPr>
          <p:cNvPr id="82" name="Google Shape;82;p6"/>
          <p:cNvSpPr txBox="1"/>
          <p:nvPr>
            <p:ph idx="9" type="subTitle"/>
          </p:nvPr>
        </p:nvSpPr>
        <p:spPr>
          <a:xfrm>
            <a:off x="3359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3" name="Google Shape;83;p6"/>
          <p:cNvSpPr txBox="1"/>
          <p:nvPr>
            <p:ph idx="13" type="subTitle"/>
          </p:nvPr>
        </p:nvSpPr>
        <p:spPr>
          <a:xfrm>
            <a:off x="3357013"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4" name="Google Shape;84;p6"/>
          <p:cNvSpPr/>
          <p:nvPr>
            <p:ph idx="14" type="pic"/>
          </p:nvPr>
        </p:nvSpPr>
        <p:spPr>
          <a:xfrm>
            <a:off x="4609300" y="1629400"/>
            <a:ext cx="1367400" cy="1487100"/>
          </a:xfrm>
          <a:prstGeom prst="round2SameRect">
            <a:avLst>
              <a:gd fmla="val 16879" name="adj1"/>
              <a:gd fmla="val 0" name="adj2"/>
            </a:avLst>
          </a:prstGeom>
          <a:noFill/>
          <a:ln>
            <a:noFill/>
          </a:ln>
        </p:spPr>
      </p:sp>
      <p:sp>
        <p:nvSpPr>
          <p:cNvPr id="85" name="Google Shape;85;p6"/>
          <p:cNvSpPr txBox="1"/>
          <p:nvPr>
            <p:ph idx="15" type="subTitle"/>
          </p:nvPr>
        </p:nvSpPr>
        <p:spPr>
          <a:xfrm>
            <a:off x="4801325" y="3116499"/>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6" name="Google Shape;86;p6"/>
          <p:cNvSpPr txBox="1"/>
          <p:nvPr>
            <p:ph idx="16" type="subTitle"/>
          </p:nvPr>
        </p:nvSpPr>
        <p:spPr>
          <a:xfrm>
            <a:off x="4798850"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7" name="Google Shape;87;p6"/>
          <p:cNvSpPr/>
          <p:nvPr>
            <p:ph idx="17" type="pic"/>
          </p:nvPr>
        </p:nvSpPr>
        <p:spPr>
          <a:xfrm>
            <a:off x="6051138" y="1629400"/>
            <a:ext cx="1367400" cy="1487100"/>
          </a:xfrm>
          <a:prstGeom prst="round2SameRect">
            <a:avLst>
              <a:gd fmla="val 16879" name="adj1"/>
              <a:gd fmla="val 0" name="adj2"/>
            </a:avLst>
          </a:prstGeom>
          <a:noFill/>
          <a:ln>
            <a:noFill/>
          </a:ln>
        </p:spPr>
      </p:sp>
      <p:sp>
        <p:nvSpPr>
          <p:cNvPr id="88" name="Google Shape;88;p6"/>
          <p:cNvSpPr txBox="1"/>
          <p:nvPr>
            <p:ph idx="18" type="subTitle"/>
          </p:nvPr>
        </p:nvSpPr>
        <p:spPr>
          <a:xfrm>
            <a:off x="6243175" y="3116474"/>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9" name="Google Shape;89;p6"/>
          <p:cNvSpPr txBox="1"/>
          <p:nvPr>
            <p:ph idx="19" type="subTitle"/>
          </p:nvPr>
        </p:nvSpPr>
        <p:spPr>
          <a:xfrm>
            <a:off x="62406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90" name="Google Shape;90;p6"/>
          <p:cNvSpPr/>
          <p:nvPr>
            <p:ph idx="20" type="pic"/>
          </p:nvPr>
        </p:nvSpPr>
        <p:spPr>
          <a:xfrm>
            <a:off x="7492988" y="1629400"/>
            <a:ext cx="1367400" cy="1487100"/>
          </a:xfrm>
          <a:prstGeom prst="round2SameRect">
            <a:avLst>
              <a:gd fmla="val 16879" name="adj1"/>
              <a:gd fmla="val 0" name="adj2"/>
            </a:avLst>
          </a:prstGeom>
          <a:noFill/>
          <a:ln>
            <a:noFill/>
          </a:ln>
        </p:spPr>
      </p:sp>
      <p:sp>
        <p:nvSpPr>
          <p:cNvPr id="91" name="Google Shape;91;p6"/>
          <p:cNvSpPr txBox="1"/>
          <p:nvPr>
            <p:ph idx="21" type="subTitle"/>
          </p:nvPr>
        </p:nvSpPr>
        <p:spPr>
          <a:xfrm>
            <a:off x="7685025" y="3116475"/>
            <a:ext cx="10356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92" name="Google Shape;92;p6"/>
          <p:cNvSpPr txBox="1"/>
          <p:nvPr>
            <p:ph idx="22" type="subTitle"/>
          </p:nvPr>
        </p:nvSpPr>
        <p:spPr>
          <a:xfrm>
            <a:off x="768253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1">
  <p:cSld name="TITLE_ONLY_2">
    <p:spTree>
      <p:nvGrpSpPr>
        <p:cNvPr id="93" name="Shape 93"/>
        <p:cNvGrpSpPr/>
        <p:nvPr/>
      </p:nvGrpSpPr>
      <p:grpSpPr>
        <a:xfrm>
          <a:off x="0" y="0"/>
          <a:ext cx="0" cy="0"/>
          <a:chOff x="0" y="0"/>
          <a:chExt cx="0" cy="0"/>
        </a:xfrm>
      </p:grpSpPr>
      <p:sp>
        <p:nvSpPr>
          <p:cNvPr id="94" name="Google Shape;94;p7"/>
          <p:cNvSpPr txBox="1"/>
          <p:nvPr>
            <p:ph idx="1" type="body"/>
          </p:nvPr>
        </p:nvSpPr>
        <p:spPr>
          <a:xfrm>
            <a:off x="7211300" y="247090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5" name="Google Shape;95;p7"/>
          <p:cNvSpPr txBox="1"/>
          <p:nvPr>
            <p:ph idx="2" type="body"/>
          </p:nvPr>
        </p:nvSpPr>
        <p:spPr>
          <a:xfrm>
            <a:off x="7211300" y="3003697"/>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6" name="Google Shape;96;p7"/>
          <p:cNvSpPr txBox="1"/>
          <p:nvPr>
            <p:ph idx="3" type="body"/>
          </p:nvPr>
        </p:nvSpPr>
        <p:spPr>
          <a:xfrm>
            <a:off x="7211300" y="3538053"/>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7" name="Google Shape;97;p7"/>
          <p:cNvSpPr txBox="1"/>
          <p:nvPr>
            <p:ph idx="4" type="body"/>
          </p:nvPr>
        </p:nvSpPr>
        <p:spPr>
          <a:xfrm>
            <a:off x="7211300" y="4075455"/>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8" name="Google Shape;98;p7"/>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7"/>
          <p:cNvSpPr txBox="1"/>
          <p:nvPr>
            <p:ph idx="5"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00" name="Google Shape;100;p7"/>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1" name="Google Shape;101;p7"/>
          <p:cNvSpPr txBox="1"/>
          <p:nvPr>
            <p:ph idx="6" type="subTitle"/>
          </p:nvPr>
        </p:nvSpPr>
        <p:spPr>
          <a:xfrm>
            <a:off x="409850" y="246712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2" name="Google Shape;102;p7"/>
          <p:cNvSpPr txBox="1"/>
          <p:nvPr>
            <p:ph idx="7" type="subTitle"/>
          </p:nvPr>
        </p:nvSpPr>
        <p:spPr>
          <a:xfrm>
            <a:off x="409850" y="300148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3" name="Google Shape;103;p7"/>
          <p:cNvSpPr txBox="1"/>
          <p:nvPr>
            <p:ph idx="8" type="subTitle"/>
          </p:nvPr>
        </p:nvSpPr>
        <p:spPr>
          <a:xfrm>
            <a:off x="409850" y="3535857"/>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4" name="Google Shape;104;p7"/>
          <p:cNvSpPr txBox="1"/>
          <p:nvPr>
            <p:ph idx="9" type="subTitle"/>
          </p:nvPr>
        </p:nvSpPr>
        <p:spPr>
          <a:xfrm>
            <a:off x="409850" y="4070229"/>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5" name="Google Shape;105;p7"/>
          <p:cNvSpPr txBox="1"/>
          <p:nvPr>
            <p:ph idx="13" type="subTitle"/>
          </p:nvPr>
        </p:nvSpPr>
        <p:spPr>
          <a:xfrm>
            <a:off x="409850" y="4604601"/>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6" name="Google Shape;106;p7"/>
          <p:cNvSpPr txBox="1"/>
          <p:nvPr>
            <p:ph idx="14" type="subTitle"/>
          </p:nvPr>
        </p:nvSpPr>
        <p:spPr>
          <a:xfrm>
            <a:off x="25248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7" name="Google Shape;107;p7"/>
          <p:cNvSpPr txBox="1"/>
          <p:nvPr>
            <p:ph idx="15" type="subTitle"/>
          </p:nvPr>
        </p:nvSpPr>
        <p:spPr>
          <a:xfrm>
            <a:off x="4138800"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8" name="Google Shape;108;p7"/>
          <p:cNvSpPr txBox="1"/>
          <p:nvPr>
            <p:ph idx="16" type="subTitle"/>
          </p:nvPr>
        </p:nvSpPr>
        <p:spPr>
          <a:xfrm>
            <a:off x="56710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9" name="Google Shape;109;p7"/>
          <p:cNvSpPr txBox="1"/>
          <p:nvPr>
            <p:ph idx="17" type="subTitle"/>
          </p:nvPr>
        </p:nvSpPr>
        <p:spPr>
          <a:xfrm>
            <a:off x="7230083" y="1989300"/>
            <a:ext cx="1793100" cy="1215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10" name="Google Shape;110;p7"/>
          <p:cNvSpPr txBox="1"/>
          <p:nvPr>
            <p:ph idx="18" type="subTitle"/>
          </p:nvPr>
        </p:nvSpPr>
        <p:spPr>
          <a:xfrm>
            <a:off x="2443075"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1" name="Google Shape;111;p7"/>
          <p:cNvSpPr txBox="1"/>
          <p:nvPr>
            <p:ph idx="19" type="subTitle"/>
          </p:nvPr>
        </p:nvSpPr>
        <p:spPr>
          <a:xfrm>
            <a:off x="2443075"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2" name="Google Shape;112;p7"/>
          <p:cNvSpPr txBox="1"/>
          <p:nvPr>
            <p:ph idx="20" type="subTitle"/>
          </p:nvPr>
        </p:nvSpPr>
        <p:spPr>
          <a:xfrm>
            <a:off x="2443075"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3" name="Google Shape;113;p7"/>
          <p:cNvSpPr txBox="1"/>
          <p:nvPr>
            <p:ph idx="21" type="subTitle"/>
          </p:nvPr>
        </p:nvSpPr>
        <p:spPr>
          <a:xfrm>
            <a:off x="2443075"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4" name="Google Shape;114;p7"/>
          <p:cNvSpPr txBox="1"/>
          <p:nvPr>
            <p:ph idx="22" type="subTitle"/>
          </p:nvPr>
        </p:nvSpPr>
        <p:spPr>
          <a:xfrm>
            <a:off x="2443075"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5" name="Google Shape;115;p7"/>
          <p:cNvSpPr txBox="1"/>
          <p:nvPr>
            <p:ph idx="23" type="subTitle"/>
          </p:nvPr>
        </p:nvSpPr>
        <p:spPr>
          <a:xfrm>
            <a:off x="40570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6" name="Google Shape;116;p7"/>
          <p:cNvSpPr txBox="1"/>
          <p:nvPr>
            <p:ph idx="24" type="subTitle"/>
          </p:nvPr>
        </p:nvSpPr>
        <p:spPr>
          <a:xfrm>
            <a:off x="40570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7" name="Google Shape;117;p7"/>
          <p:cNvSpPr txBox="1"/>
          <p:nvPr>
            <p:ph idx="25" type="subTitle"/>
          </p:nvPr>
        </p:nvSpPr>
        <p:spPr>
          <a:xfrm>
            <a:off x="40570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8" name="Google Shape;118;p7"/>
          <p:cNvSpPr txBox="1"/>
          <p:nvPr>
            <p:ph idx="26" type="subTitle"/>
          </p:nvPr>
        </p:nvSpPr>
        <p:spPr>
          <a:xfrm>
            <a:off x="40570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9" name="Google Shape;119;p7"/>
          <p:cNvSpPr txBox="1"/>
          <p:nvPr>
            <p:ph idx="27" type="subTitle"/>
          </p:nvPr>
        </p:nvSpPr>
        <p:spPr>
          <a:xfrm>
            <a:off x="40570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0" name="Google Shape;120;p7"/>
          <p:cNvSpPr txBox="1"/>
          <p:nvPr>
            <p:ph idx="28" type="subTitle"/>
          </p:nvPr>
        </p:nvSpPr>
        <p:spPr>
          <a:xfrm>
            <a:off x="55897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1" name="Google Shape;121;p7"/>
          <p:cNvSpPr txBox="1"/>
          <p:nvPr>
            <p:ph idx="29" type="subTitle"/>
          </p:nvPr>
        </p:nvSpPr>
        <p:spPr>
          <a:xfrm>
            <a:off x="55897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2" name="Google Shape;122;p7"/>
          <p:cNvSpPr txBox="1"/>
          <p:nvPr>
            <p:ph idx="30" type="subTitle"/>
          </p:nvPr>
        </p:nvSpPr>
        <p:spPr>
          <a:xfrm>
            <a:off x="55897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3" name="Google Shape;123;p7"/>
          <p:cNvSpPr txBox="1"/>
          <p:nvPr>
            <p:ph idx="31" type="subTitle"/>
          </p:nvPr>
        </p:nvSpPr>
        <p:spPr>
          <a:xfrm>
            <a:off x="55897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4" name="Google Shape;124;p7"/>
          <p:cNvSpPr txBox="1"/>
          <p:nvPr>
            <p:ph idx="32" type="subTitle"/>
          </p:nvPr>
        </p:nvSpPr>
        <p:spPr>
          <a:xfrm>
            <a:off x="55897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5" name="Google Shape;125;p7"/>
          <p:cNvSpPr txBox="1"/>
          <p:nvPr>
            <p:ph idx="33" type="body"/>
          </p:nvPr>
        </p:nvSpPr>
        <p:spPr>
          <a:xfrm>
            <a:off x="7211300" y="460815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2">
  <p:cSld name="TITLE_ONLY_2_1">
    <p:spTree>
      <p:nvGrpSpPr>
        <p:cNvPr id="126" name="Shape 126"/>
        <p:cNvGrpSpPr/>
        <p:nvPr/>
      </p:nvGrpSpPr>
      <p:grpSpPr>
        <a:xfrm>
          <a:off x="0" y="0"/>
          <a:ext cx="0" cy="0"/>
          <a:chOff x="0" y="0"/>
          <a:chExt cx="0" cy="0"/>
        </a:xfrm>
      </p:grpSpPr>
      <p:sp>
        <p:nvSpPr>
          <p:cNvPr id="127" name="Google Shape;127;p8"/>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cxnSp>
        <p:nvCxnSpPr>
          <p:cNvPr id="128" name="Google Shape;128;p8"/>
          <p:cNvCxnSpPr/>
          <p:nvPr/>
        </p:nvCxnSpPr>
        <p:spPr>
          <a:xfrm>
            <a:off x="1301425" y="306340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29" name="Google Shape;129;p8"/>
          <p:cNvCxnSpPr/>
          <p:nvPr/>
        </p:nvCxnSpPr>
        <p:spPr>
          <a:xfrm>
            <a:off x="1301425" y="347022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0" name="Google Shape;130;p8"/>
          <p:cNvCxnSpPr/>
          <p:nvPr/>
        </p:nvCxnSpPr>
        <p:spPr>
          <a:xfrm>
            <a:off x="1301425" y="387705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1" name="Google Shape;131;p8"/>
          <p:cNvCxnSpPr/>
          <p:nvPr/>
        </p:nvCxnSpPr>
        <p:spPr>
          <a:xfrm>
            <a:off x="1301425" y="428387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2" name="Google Shape;132;p8"/>
          <p:cNvCxnSpPr/>
          <p:nvPr/>
        </p:nvCxnSpPr>
        <p:spPr>
          <a:xfrm>
            <a:off x="1301425" y="4685000"/>
            <a:ext cx="7614000" cy="0"/>
          </a:xfrm>
          <a:prstGeom prst="straightConnector1">
            <a:avLst/>
          </a:prstGeom>
          <a:noFill/>
          <a:ln cap="flat" cmpd="sng" w="9525">
            <a:solidFill>
              <a:schemeClr val="dk2"/>
            </a:solidFill>
            <a:prstDash val="dot"/>
            <a:round/>
            <a:headEnd len="med" w="med" type="none"/>
            <a:tailEnd len="med" w="med" type="none"/>
          </a:ln>
        </p:spPr>
      </p:cxnSp>
      <p:sp>
        <p:nvSpPr>
          <p:cNvPr id="133" name="Google Shape;133;p8"/>
          <p:cNvSpPr txBox="1"/>
          <p:nvPr>
            <p:ph idx="1" type="subTitle"/>
          </p:nvPr>
        </p:nvSpPr>
        <p:spPr>
          <a:xfrm>
            <a:off x="360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4" name="Google Shape;134;p8"/>
          <p:cNvSpPr txBox="1"/>
          <p:nvPr>
            <p:ph idx="2" type="subTitle"/>
          </p:nvPr>
        </p:nvSpPr>
        <p:spPr>
          <a:xfrm>
            <a:off x="35401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5" name="Google Shape;135;p8"/>
          <p:cNvSpPr txBox="1"/>
          <p:nvPr>
            <p:ph idx="3" type="subTitle"/>
          </p:nvPr>
        </p:nvSpPr>
        <p:spPr>
          <a:xfrm>
            <a:off x="6206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6" name="Google Shape;136;p8"/>
          <p:cNvSpPr txBox="1"/>
          <p:nvPr>
            <p:ph idx="4" type="subTitle"/>
          </p:nvPr>
        </p:nvSpPr>
        <p:spPr>
          <a:xfrm>
            <a:off x="228600" y="2990096"/>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7" name="Google Shape;137;p8"/>
          <p:cNvSpPr txBox="1"/>
          <p:nvPr>
            <p:ph idx="5" type="subTitle"/>
          </p:nvPr>
        </p:nvSpPr>
        <p:spPr>
          <a:xfrm>
            <a:off x="228600" y="3385928"/>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8" name="Google Shape;138;p8"/>
          <p:cNvSpPr txBox="1"/>
          <p:nvPr>
            <p:ph idx="6" type="subTitle"/>
          </p:nvPr>
        </p:nvSpPr>
        <p:spPr>
          <a:xfrm>
            <a:off x="228600" y="3793667"/>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9" name="Google Shape;139;p8"/>
          <p:cNvSpPr txBox="1"/>
          <p:nvPr>
            <p:ph idx="7" type="subTitle"/>
          </p:nvPr>
        </p:nvSpPr>
        <p:spPr>
          <a:xfrm>
            <a:off x="228600" y="420539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0" name="Google Shape;140;p8"/>
          <p:cNvSpPr txBox="1"/>
          <p:nvPr>
            <p:ph idx="8" type="subTitle"/>
          </p:nvPr>
        </p:nvSpPr>
        <p:spPr>
          <a:xfrm>
            <a:off x="228600" y="460804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1" name="Google Shape;141;p8"/>
          <p:cNvSpPr txBox="1"/>
          <p:nvPr>
            <p:ph idx="9"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and description">
  <p:cSld name="ONE_COLUMN_TEXT_1">
    <p:spTree>
      <p:nvGrpSpPr>
        <p:cNvPr id="142" name="Shape 142"/>
        <p:cNvGrpSpPr/>
        <p:nvPr/>
      </p:nvGrpSpPr>
      <p:grpSpPr>
        <a:xfrm>
          <a:off x="0" y="0"/>
          <a:ext cx="0" cy="0"/>
          <a:chOff x="0" y="0"/>
          <a:chExt cx="0" cy="0"/>
        </a:xfrm>
      </p:grpSpPr>
      <p:sp>
        <p:nvSpPr>
          <p:cNvPr id="143" name="Google Shape;143;p9"/>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45" name="Google Shape;145;p9"/>
          <p:cNvSpPr txBox="1"/>
          <p:nvPr>
            <p:ph idx="2" type="subTitle"/>
          </p:nvPr>
        </p:nvSpPr>
        <p:spPr>
          <a:xfrm>
            <a:off x="475500" y="203002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6" name="Google Shape;146;p9"/>
          <p:cNvSpPr txBox="1"/>
          <p:nvPr>
            <p:ph idx="3" type="subTitle"/>
          </p:nvPr>
        </p:nvSpPr>
        <p:spPr>
          <a:xfrm>
            <a:off x="475500" y="3058650"/>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7" name="Google Shape;147;p9"/>
          <p:cNvSpPr txBox="1"/>
          <p:nvPr>
            <p:ph idx="4" type="subTitle"/>
          </p:nvPr>
        </p:nvSpPr>
        <p:spPr>
          <a:xfrm>
            <a:off x="475500" y="408727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8" name="Google Shape;148;p9"/>
          <p:cNvSpPr txBox="1"/>
          <p:nvPr>
            <p:ph idx="5" type="subTitle"/>
          </p:nvPr>
        </p:nvSpPr>
        <p:spPr>
          <a:xfrm>
            <a:off x="4663450" y="2280000"/>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49" name="Google Shape;149;p9"/>
          <p:cNvSpPr txBox="1"/>
          <p:nvPr>
            <p:ph idx="6" type="subTitle"/>
          </p:nvPr>
        </p:nvSpPr>
        <p:spPr>
          <a:xfrm>
            <a:off x="4663450" y="327782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0" name="Google Shape;150;p9"/>
          <p:cNvSpPr txBox="1"/>
          <p:nvPr>
            <p:ph idx="7" type="subTitle"/>
          </p:nvPr>
        </p:nvSpPr>
        <p:spPr>
          <a:xfrm>
            <a:off x="4663450" y="431337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1" name="Google Shape;151;p9"/>
          <p:cNvSpPr txBox="1"/>
          <p:nvPr>
            <p:ph type="title"/>
          </p:nvPr>
        </p:nvSpPr>
        <p:spPr>
          <a:xfrm>
            <a:off x="283475" y="639721"/>
            <a:ext cx="5498100" cy="596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highlights">
  <p:cSld name="CUSTOM_3">
    <p:spTree>
      <p:nvGrpSpPr>
        <p:cNvPr id="152" name="Shape 152"/>
        <p:cNvGrpSpPr/>
        <p:nvPr/>
      </p:nvGrpSpPr>
      <p:grpSpPr>
        <a:xfrm>
          <a:off x="0" y="0"/>
          <a:ext cx="0" cy="0"/>
          <a:chOff x="0" y="0"/>
          <a:chExt cx="0" cy="0"/>
        </a:xfrm>
      </p:grpSpPr>
      <p:sp>
        <p:nvSpPr>
          <p:cNvPr id="153" name="Google Shape;153;p10"/>
          <p:cNvSpPr/>
          <p:nvPr>
            <p:ph idx="2" type="pic"/>
          </p:nvPr>
        </p:nvSpPr>
        <p:spPr>
          <a:xfrm rot="-5400000">
            <a:off x="6233650" y="2232175"/>
            <a:ext cx="3345000" cy="2488800"/>
          </a:xfrm>
          <a:prstGeom prst="round1Rect">
            <a:avLst>
              <a:gd fmla="val 9806" name="adj"/>
            </a:avLst>
          </a:prstGeom>
          <a:noFill/>
          <a:ln>
            <a:noFill/>
          </a:ln>
        </p:spPr>
      </p:sp>
      <p:sp>
        <p:nvSpPr>
          <p:cNvPr id="154" name="Google Shape;154;p10"/>
          <p:cNvSpPr/>
          <p:nvPr/>
        </p:nvSpPr>
        <p:spPr>
          <a:xfrm rot="-5400000">
            <a:off x="1762625" y="324225"/>
            <a:ext cx="3339000" cy="6297300"/>
          </a:xfrm>
          <a:prstGeom prst="round1Rect">
            <a:avLst>
              <a:gd fmla="val 8032" name="adj"/>
            </a:avLst>
          </a:prstGeom>
          <a:solidFill>
            <a:schemeClr val="lt1"/>
          </a:solidFill>
          <a:ln>
            <a:noFill/>
          </a:ln>
          <a:effectLst>
            <a:outerShdw blurRad="171450" rotWithShape="0" algn="bl" dir="13440000" dist="114300">
              <a:schemeClr val="dk1">
                <a:alpha val="392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155" name="Google Shape;155;p10"/>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56" name="Google Shape;156;p10"/>
          <p:cNvSpPr txBox="1"/>
          <p:nvPr>
            <p:ph type="title"/>
          </p:nvPr>
        </p:nvSpPr>
        <p:spPr>
          <a:xfrm>
            <a:off x="283475" y="639721"/>
            <a:ext cx="6382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57" name="Google Shape;157;p10"/>
          <p:cNvSpPr txBox="1"/>
          <p:nvPr>
            <p:ph idx="3" type="subTitle"/>
          </p:nvPr>
        </p:nvSpPr>
        <p:spPr>
          <a:xfrm>
            <a:off x="631750" y="2233000"/>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8" name="Google Shape;158;p10"/>
          <p:cNvSpPr txBox="1"/>
          <p:nvPr>
            <p:ph idx="4" type="subTitle"/>
          </p:nvPr>
        </p:nvSpPr>
        <p:spPr>
          <a:xfrm>
            <a:off x="631750" y="2920148"/>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9" name="Google Shape;159;p10"/>
          <p:cNvSpPr txBox="1"/>
          <p:nvPr>
            <p:ph idx="5" type="subTitle"/>
          </p:nvPr>
        </p:nvSpPr>
        <p:spPr>
          <a:xfrm>
            <a:off x="631750" y="3626375"/>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0" name="Google Shape;160;p10"/>
          <p:cNvSpPr txBox="1"/>
          <p:nvPr>
            <p:ph idx="6" type="subTitle"/>
          </p:nvPr>
        </p:nvSpPr>
        <p:spPr>
          <a:xfrm>
            <a:off x="631750" y="4350794"/>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1" name="Google Shape;161;p10"/>
          <p:cNvSpPr txBox="1"/>
          <p:nvPr>
            <p:ph idx="7" type="subTitle"/>
          </p:nvPr>
        </p:nvSpPr>
        <p:spPr>
          <a:xfrm>
            <a:off x="1034951" y="2230436"/>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2" name="Google Shape;162;p10"/>
          <p:cNvSpPr txBox="1"/>
          <p:nvPr>
            <p:ph idx="8" type="subTitle"/>
          </p:nvPr>
        </p:nvSpPr>
        <p:spPr>
          <a:xfrm>
            <a:off x="1034951" y="2920148"/>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3" name="Google Shape;163;p10"/>
          <p:cNvSpPr txBox="1"/>
          <p:nvPr>
            <p:ph idx="9" type="subTitle"/>
          </p:nvPr>
        </p:nvSpPr>
        <p:spPr>
          <a:xfrm>
            <a:off x="1034951" y="3626375"/>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4" name="Google Shape;164;p10"/>
          <p:cNvSpPr txBox="1"/>
          <p:nvPr>
            <p:ph idx="13" type="subTitle"/>
          </p:nvPr>
        </p:nvSpPr>
        <p:spPr>
          <a:xfrm>
            <a:off x="1034951" y="4350794"/>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5" name="Google Shape;165;p10"/>
          <p:cNvSpPr txBox="1"/>
          <p:nvPr>
            <p:ph idx="14" type="subTitle"/>
          </p:nvPr>
        </p:nvSpPr>
        <p:spPr>
          <a:xfrm>
            <a:off x="2565575" y="2204175"/>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6" name="Google Shape;166;p10"/>
          <p:cNvSpPr txBox="1"/>
          <p:nvPr>
            <p:ph idx="15" type="subTitle"/>
          </p:nvPr>
        </p:nvSpPr>
        <p:spPr>
          <a:xfrm>
            <a:off x="2565575" y="2919881"/>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7" name="Google Shape;167;p10"/>
          <p:cNvSpPr txBox="1"/>
          <p:nvPr>
            <p:ph idx="16" type="subTitle"/>
          </p:nvPr>
        </p:nvSpPr>
        <p:spPr>
          <a:xfrm>
            <a:off x="2565575" y="3635670"/>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8" name="Google Shape;168;p10"/>
          <p:cNvSpPr txBox="1"/>
          <p:nvPr>
            <p:ph idx="17" type="subTitle"/>
          </p:nvPr>
        </p:nvSpPr>
        <p:spPr>
          <a:xfrm>
            <a:off x="2565575" y="4350299"/>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1">
  <p:cSld name="CUSTOM_4">
    <p:spTree>
      <p:nvGrpSpPr>
        <p:cNvPr id="169" name="Shape 169"/>
        <p:cNvGrpSpPr/>
        <p:nvPr/>
      </p:nvGrpSpPr>
      <p:grpSpPr>
        <a:xfrm>
          <a:off x="0" y="0"/>
          <a:ext cx="0" cy="0"/>
          <a:chOff x="0" y="0"/>
          <a:chExt cx="0" cy="0"/>
        </a:xfrm>
      </p:grpSpPr>
      <p:sp>
        <p:nvSpPr>
          <p:cNvPr id="170" name="Google Shape;170;p11"/>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1" name="Google Shape;171;p11"/>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2" name="Google Shape;172;p11"/>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3" name="Google Shape;173;p11"/>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74" name="Google Shape;174;p11"/>
          <p:cNvSpPr txBox="1"/>
          <p:nvPr>
            <p:ph idx="4"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2">
  <p:cSld name="CUSTOM_4_1">
    <p:spTree>
      <p:nvGrpSpPr>
        <p:cNvPr id="175" name="Shape 175"/>
        <p:cNvGrpSpPr/>
        <p:nvPr/>
      </p:nvGrpSpPr>
      <p:grpSpPr>
        <a:xfrm>
          <a:off x="0" y="0"/>
          <a:ext cx="0" cy="0"/>
          <a:chOff x="0" y="0"/>
          <a:chExt cx="0" cy="0"/>
        </a:xfrm>
      </p:grpSpPr>
      <p:sp>
        <p:nvSpPr>
          <p:cNvPr id="176" name="Google Shape;176;p12"/>
          <p:cNvSpPr txBox="1"/>
          <p:nvPr>
            <p:ph idx="1"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7" name="Google Shape;177;p12"/>
          <p:cNvSpPr txBox="1"/>
          <p:nvPr>
            <p:ph idx="2"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
        <p:nvSpPr>
          <p:cNvPr id="178" name="Google Shape;178;p12"/>
          <p:cNvSpPr txBox="1"/>
          <p:nvPr>
            <p:ph idx="3"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9" name="Google Shape;179;p12"/>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0" name="Google Shape;180;p12"/>
          <p:cNvSpPr txBox="1"/>
          <p:nvPr>
            <p:ph idx="4"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3">
  <p:cSld name="CUSTOM_4_1_1">
    <p:spTree>
      <p:nvGrpSpPr>
        <p:cNvPr id="181" name="Shape 181"/>
        <p:cNvGrpSpPr/>
        <p:nvPr/>
      </p:nvGrpSpPr>
      <p:grpSpPr>
        <a:xfrm>
          <a:off x="0" y="0"/>
          <a:ext cx="0" cy="0"/>
          <a:chOff x="0" y="0"/>
          <a:chExt cx="0" cy="0"/>
        </a:xfrm>
      </p:grpSpPr>
      <p:sp>
        <p:nvSpPr>
          <p:cNvPr id="182" name="Google Shape;182;p13"/>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3" name="Google Shape;183;p13"/>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4" name="Google Shape;184;p13"/>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85" name="Google Shape;185;p13"/>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4">
  <p:cSld name="CUSTOM_4_1_1_1">
    <p:spTree>
      <p:nvGrpSpPr>
        <p:cNvPr id="186" name="Shape 186"/>
        <p:cNvGrpSpPr/>
        <p:nvPr/>
      </p:nvGrpSpPr>
      <p:grpSpPr>
        <a:xfrm>
          <a:off x="0" y="0"/>
          <a:ext cx="0" cy="0"/>
          <a:chOff x="0" y="0"/>
          <a:chExt cx="0" cy="0"/>
        </a:xfrm>
      </p:grpSpPr>
      <p:sp>
        <p:nvSpPr>
          <p:cNvPr id="187" name="Google Shape;187;p14"/>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8" name="Google Shape;188;p14"/>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9" name="Google Shape;189;p14"/>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0" name="Google Shape;190;p14"/>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Four cards">
  <p:cSld name="CUSTOM_6">
    <p:spTree>
      <p:nvGrpSpPr>
        <p:cNvPr id="191" name="Shape 191"/>
        <p:cNvGrpSpPr/>
        <p:nvPr/>
      </p:nvGrpSpPr>
      <p:grpSpPr>
        <a:xfrm>
          <a:off x="0" y="0"/>
          <a:ext cx="0" cy="0"/>
          <a:chOff x="0" y="0"/>
          <a:chExt cx="0" cy="0"/>
        </a:xfrm>
      </p:grpSpPr>
      <p:sp>
        <p:nvSpPr>
          <p:cNvPr id="192" name="Google Shape;192;p1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93" name="Google Shape;193;p15"/>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94" name="Google Shape;194;p15"/>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5" name="Google Shape;195;p15"/>
          <p:cNvSpPr txBox="1"/>
          <p:nvPr>
            <p:ph idx="3" type="title"/>
          </p:nvPr>
        </p:nvSpPr>
        <p:spPr>
          <a:xfrm>
            <a:off x="4930500" y="11862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6" name="Google Shape;196;p15"/>
          <p:cNvSpPr txBox="1"/>
          <p:nvPr>
            <p:ph idx="4" type="title"/>
          </p:nvPr>
        </p:nvSpPr>
        <p:spPr>
          <a:xfrm>
            <a:off x="4930600" y="22863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7" name="Google Shape;197;p15"/>
          <p:cNvSpPr txBox="1"/>
          <p:nvPr>
            <p:ph idx="5" type="title"/>
          </p:nvPr>
        </p:nvSpPr>
        <p:spPr>
          <a:xfrm>
            <a:off x="7011675"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8" name="Google Shape;198;p15"/>
          <p:cNvSpPr txBox="1"/>
          <p:nvPr>
            <p:ph idx="6" type="title"/>
          </p:nvPr>
        </p:nvSpPr>
        <p:spPr>
          <a:xfrm>
            <a:off x="4865200"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point">
  <p:cSld name="CUSTOM_7">
    <p:spTree>
      <p:nvGrpSpPr>
        <p:cNvPr id="199" name="Shape 199"/>
        <p:cNvGrpSpPr/>
        <p:nvPr/>
      </p:nvGrpSpPr>
      <p:grpSpPr>
        <a:xfrm>
          <a:off x="0" y="0"/>
          <a:ext cx="0" cy="0"/>
          <a:chOff x="0" y="0"/>
          <a:chExt cx="0" cy="0"/>
        </a:xfrm>
      </p:grpSpPr>
      <p:sp>
        <p:nvSpPr>
          <p:cNvPr id="200" name="Google Shape;200;p16"/>
          <p:cNvSpPr/>
          <p:nvPr>
            <p:ph idx="2" type="pic"/>
          </p:nvPr>
        </p:nvSpPr>
        <p:spPr>
          <a:xfrm rot="-5400000">
            <a:off x="5139125" y="859575"/>
            <a:ext cx="4863600" cy="3144900"/>
          </a:xfrm>
          <a:prstGeom prst="round2SameRect">
            <a:avLst>
              <a:gd fmla="val 9992" name="adj1"/>
              <a:gd fmla="val 0" name="adj2"/>
            </a:avLst>
          </a:prstGeom>
          <a:noFill/>
          <a:ln>
            <a:noFill/>
          </a:ln>
        </p:spPr>
      </p:sp>
      <p:sp>
        <p:nvSpPr>
          <p:cNvPr id="201" name="Google Shape;201;p16"/>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2" name="Google Shape;202;p1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03" name="Google Shape;203;p16"/>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4" name="Google Shape;204;p16"/>
          <p:cNvSpPr txBox="1"/>
          <p:nvPr>
            <p:ph idx="3" type="body"/>
          </p:nvPr>
        </p:nvSpPr>
        <p:spPr>
          <a:xfrm>
            <a:off x="283475" y="1894950"/>
            <a:ext cx="2862000" cy="2341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5" name="Google Shape;205;p16"/>
          <p:cNvSpPr txBox="1"/>
          <p:nvPr>
            <p:ph idx="4" type="title"/>
          </p:nvPr>
        </p:nvSpPr>
        <p:spPr>
          <a:xfrm>
            <a:off x="6227075" y="283475"/>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 point">
  <p:cSld name="CUSTOM_7_1">
    <p:spTree>
      <p:nvGrpSpPr>
        <p:cNvPr id="206" name="Shape 206"/>
        <p:cNvGrpSpPr/>
        <p:nvPr/>
      </p:nvGrpSpPr>
      <p:grpSpPr>
        <a:xfrm>
          <a:off x="0" y="0"/>
          <a:ext cx="0" cy="0"/>
          <a:chOff x="0" y="0"/>
          <a:chExt cx="0" cy="0"/>
        </a:xfrm>
      </p:grpSpPr>
      <p:sp>
        <p:nvSpPr>
          <p:cNvPr id="207" name="Google Shape;207;p17"/>
          <p:cNvSpPr/>
          <p:nvPr>
            <p:ph idx="2" type="pic"/>
          </p:nvPr>
        </p:nvSpPr>
        <p:spPr>
          <a:xfrm rot="-5400000">
            <a:off x="5674775" y="1373600"/>
            <a:ext cx="3801900" cy="3154500"/>
          </a:xfrm>
          <a:prstGeom prst="round2SameRect">
            <a:avLst>
              <a:gd fmla="val 9723" name="adj1"/>
              <a:gd fmla="val 0" name="adj2"/>
            </a:avLst>
          </a:prstGeom>
          <a:noFill/>
          <a:ln>
            <a:noFill/>
          </a:ln>
        </p:spPr>
      </p:sp>
      <p:sp>
        <p:nvSpPr>
          <p:cNvPr id="208" name="Google Shape;208;p17"/>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9" name="Google Shape;209;p17"/>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0" name="Google Shape;210;p17"/>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1" name="Google Shape;211;p17"/>
          <p:cNvSpPr txBox="1"/>
          <p:nvPr>
            <p:ph idx="3"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2" name="Google Shape;212;p17"/>
          <p:cNvSpPr txBox="1"/>
          <p:nvPr>
            <p:ph idx="4" type="title"/>
          </p:nvPr>
        </p:nvSpPr>
        <p:spPr>
          <a:xfrm>
            <a:off x="6228700" y="1043650"/>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rd point">
  <p:cSld name="CUSTOM_7_1_1">
    <p:spTree>
      <p:nvGrpSpPr>
        <p:cNvPr id="213" name="Shape 213"/>
        <p:cNvGrpSpPr/>
        <p:nvPr/>
      </p:nvGrpSpPr>
      <p:grpSpPr>
        <a:xfrm>
          <a:off x="0" y="0"/>
          <a:ext cx="0" cy="0"/>
          <a:chOff x="0" y="0"/>
          <a:chExt cx="0" cy="0"/>
        </a:xfrm>
      </p:grpSpPr>
      <p:sp>
        <p:nvSpPr>
          <p:cNvPr id="214" name="Google Shape;214;p18"/>
          <p:cNvSpPr/>
          <p:nvPr>
            <p:ph idx="2" type="pic"/>
          </p:nvPr>
        </p:nvSpPr>
        <p:spPr>
          <a:xfrm rot="-5400000">
            <a:off x="6262325" y="1964700"/>
            <a:ext cx="2621100" cy="3148800"/>
          </a:xfrm>
          <a:prstGeom prst="round2SameRect">
            <a:avLst>
              <a:gd fmla="val 10388" name="adj1"/>
              <a:gd fmla="val 0" name="adj2"/>
            </a:avLst>
          </a:prstGeom>
          <a:noFill/>
          <a:ln>
            <a:noFill/>
          </a:ln>
        </p:spPr>
      </p:sp>
      <p:sp>
        <p:nvSpPr>
          <p:cNvPr id="215" name="Google Shape;215;p18"/>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16" name="Google Shape;216;p18"/>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7" name="Google Shape;217;p18"/>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8" name="Google Shape;218;p18"/>
          <p:cNvSpPr txBox="1"/>
          <p:nvPr>
            <p:ph idx="3" type="title"/>
          </p:nvPr>
        </p:nvSpPr>
        <p:spPr>
          <a:xfrm>
            <a:off x="6227075" y="221928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9" name="Google Shape;219;p18"/>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th point">
  <p:cSld name="CUSTOM_7_1_1_1">
    <p:spTree>
      <p:nvGrpSpPr>
        <p:cNvPr id="220" name="Shape 220"/>
        <p:cNvGrpSpPr/>
        <p:nvPr/>
      </p:nvGrpSpPr>
      <p:grpSpPr>
        <a:xfrm>
          <a:off x="0" y="0"/>
          <a:ext cx="0" cy="0"/>
          <a:chOff x="0" y="0"/>
          <a:chExt cx="0" cy="0"/>
        </a:xfrm>
      </p:grpSpPr>
      <p:sp>
        <p:nvSpPr>
          <p:cNvPr id="221" name="Google Shape;221;p19"/>
          <p:cNvSpPr/>
          <p:nvPr>
            <p:ph idx="2" type="pic"/>
          </p:nvPr>
        </p:nvSpPr>
        <p:spPr>
          <a:xfrm rot="-5400000">
            <a:off x="6550925" y="2253300"/>
            <a:ext cx="2043900" cy="3148800"/>
          </a:xfrm>
          <a:prstGeom prst="round2SameRect">
            <a:avLst>
              <a:gd fmla="val 16857" name="adj1"/>
              <a:gd fmla="val 0" name="adj2"/>
            </a:avLst>
          </a:prstGeom>
          <a:noFill/>
          <a:ln>
            <a:noFill/>
          </a:ln>
        </p:spPr>
      </p:sp>
      <p:sp>
        <p:nvSpPr>
          <p:cNvPr id="222" name="Google Shape;222;p19"/>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23" name="Google Shape;223;p1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24" name="Google Shape;224;p19"/>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5" name="Google Shape;225;p19"/>
          <p:cNvSpPr txBox="1"/>
          <p:nvPr>
            <p:ph idx="3" type="title"/>
          </p:nvPr>
        </p:nvSpPr>
        <p:spPr>
          <a:xfrm>
            <a:off x="6227075" y="280393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6" name="Google Shape;226;p19"/>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1">
  <p:cSld name="BLANK_1_1_1_1_1_1_1_1_1_1_1_1_1_1">
    <p:spTree>
      <p:nvGrpSpPr>
        <p:cNvPr id="227" name="Shape 227"/>
        <p:cNvGrpSpPr/>
        <p:nvPr/>
      </p:nvGrpSpPr>
      <p:grpSpPr>
        <a:xfrm>
          <a:off x="0" y="0"/>
          <a:ext cx="0" cy="0"/>
          <a:chOff x="0" y="0"/>
          <a:chExt cx="0" cy="0"/>
        </a:xfrm>
      </p:grpSpPr>
      <p:sp>
        <p:nvSpPr>
          <p:cNvPr id="228" name="Google Shape;228;p20"/>
          <p:cNvSpPr txBox="1"/>
          <p:nvPr>
            <p:ph idx="1" type="subTitle"/>
          </p:nvPr>
        </p:nvSpPr>
        <p:spPr>
          <a:xfrm>
            <a:off x="3723650" y="2030100"/>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29" name="Google Shape;229;p20"/>
          <p:cNvSpPr txBox="1"/>
          <p:nvPr>
            <p:ph idx="2" type="subTitle"/>
          </p:nvPr>
        </p:nvSpPr>
        <p:spPr>
          <a:xfrm>
            <a:off x="6383575" y="2030100"/>
            <a:ext cx="25317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30" name="Google Shape;230;p20"/>
          <p:cNvSpPr txBox="1"/>
          <p:nvPr>
            <p:ph idx="3"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1" name="Google Shape;231;p20"/>
          <p:cNvSpPr txBox="1"/>
          <p:nvPr>
            <p:ph type="title"/>
          </p:nvPr>
        </p:nvSpPr>
        <p:spPr>
          <a:xfrm>
            <a:off x="283475" y="639725"/>
            <a:ext cx="56346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2" name="Google Shape;232;p20"/>
          <p:cNvSpPr txBox="1"/>
          <p:nvPr>
            <p:ph idx="4"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3" name="Google Shape;233;p20"/>
          <p:cNvSpPr txBox="1"/>
          <p:nvPr>
            <p:ph idx="5" type="body"/>
          </p:nvPr>
        </p:nvSpPr>
        <p:spPr>
          <a:xfrm>
            <a:off x="3723650"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4" name="Google Shape;234;p20"/>
          <p:cNvSpPr txBox="1"/>
          <p:nvPr>
            <p:ph idx="6" type="body"/>
          </p:nvPr>
        </p:nvSpPr>
        <p:spPr>
          <a:xfrm>
            <a:off x="6383575"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p:cSld name="BLANK_1_1_1_1_1_1_1_1_1_1_1_1_1_1_3">
    <p:spTree>
      <p:nvGrpSpPr>
        <p:cNvPr id="235" name="Shape 235"/>
        <p:cNvGrpSpPr/>
        <p:nvPr/>
      </p:nvGrpSpPr>
      <p:grpSpPr>
        <a:xfrm>
          <a:off x="0" y="0"/>
          <a:ext cx="0" cy="0"/>
          <a:chOff x="0" y="0"/>
          <a:chExt cx="0" cy="0"/>
        </a:xfrm>
      </p:grpSpPr>
      <p:sp>
        <p:nvSpPr>
          <p:cNvPr id="236" name="Google Shape;236;p21"/>
          <p:cNvSpPr txBox="1"/>
          <p:nvPr>
            <p:ph idx="1" type="subTitle"/>
          </p:nvPr>
        </p:nvSpPr>
        <p:spPr>
          <a:xfrm>
            <a:off x="3723650" y="3965632"/>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37" name="Google Shape;237;p21"/>
          <p:cNvSpPr txBox="1"/>
          <p:nvPr>
            <p:ph idx="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8" name="Google Shape;238;p21"/>
          <p:cNvSpPr txBox="1"/>
          <p:nvPr>
            <p:ph type="title"/>
          </p:nvPr>
        </p:nvSpPr>
        <p:spPr>
          <a:xfrm>
            <a:off x="283475" y="639725"/>
            <a:ext cx="5634600" cy="572100"/>
          </a:xfrm>
          <a:prstGeom prst="rect">
            <a:avLst/>
          </a:prstGeom>
        </p:spPr>
        <p:txBody>
          <a:bodyPr anchorCtr="0" anchor="t" bIns="0" lIns="0" spcFirstLastPara="1" rIns="0" wrap="square" tIns="0">
            <a:sp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9" name="Google Shape;239;p21"/>
          <p:cNvSpPr txBox="1"/>
          <p:nvPr>
            <p:ph idx="3"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0" name="Google Shape;240;p21"/>
          <p:cNvSpPr txBox="1"/>
          <p:nvPr>
            <p:ph idx="4" type="body"/>
          </p:nvPr>
        </p:nvSpPr>
        <p:spPr>
          <a:xfrm>
            <a:off x="3723650" y="4262850"/>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1" name="Google Shape;241;p21"/>
          <p:cNvSpPr/>
          <p:nvPr>
            <p:ph idx="5" type="pic"/>
          </p:nvPr>
        </p:nvSpPr>
        <p:spPr>
          <a:xfrm>
            <a:off x="3739925" y="2065425"/>
            <a:ext cx="2451900" cy="1606500"/>
          </a:xfrm>
          <a:prstGeom prst="roundRect">
            <a:avLst>
              <a:gd fmla="val 16667" name="adj"/>
            </a:avLst>
          </a:prstGeom>
          <a:noFill/>
          <a:ln>
            <a:noFill/>
          </a:ln>
        </p:spPr>
      </p:sp>
      <p:sp>
        <p:nvSpPr>
          <p:cNvPr id="242" name="Google Shape;242;p21"/>
          <p:cNvSpPr txBox="1"/>
          <p:nvPr>
            <p:ph idx="6" type="subTitle"/>
          </p:nvPr>
        </p:nvSpPr>
        <p:spPr>
          <a:xfrm>
            <a:off x="6383725" y="3965632"/>
            <a:ext cx="24045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43" name="Google Shape;243;p21"/>
          <p:cNvSpPr txBox="1"/>
          <p:nvPr>
            <p:ph idx="7" type="body"/>
          </p:nvPr>
        </p:nvSpPr>
        <p:spPr>
          <a:xfrm>
            <a:off x="6383725" y="4262856"/>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4" name="Google Shape;244;p21"/>
          <p:cNvSpPr/>
          <p:nvPr>
            <p:ph idx="8" type="pic"/>
          </p:nvPr>
        </p:nvSpPr>
        <p:spPr>
          <a:xfrm>
            <a:off x="6400000" y="2065425"/>
            <a:ext cx="2451900" cy="16065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 ALT 1">
  <p:cSld name="BLANK_1_1_1_1_1_1_1_1_1_1_1_1_1_1_2_1">
    <p:spTree>
      <p:nvGrpSpPr>
        <p:cNvPr id="245" name="Shape 245"/>
        <p:cNvGrpSpPr/>
        <p:nvPr/>
      </p:nvGrpSpPr>
      <p:grpSpPr>
        <a:xfrm>
          <a:off x="0" y="0"/>
          <a:ext cx="0" cy="0"/>
          <a:chOff x="0" y="0"/>
          <a:chExt cx="0" cy="0"/>
        </a:xfrm>
      </p:grpSpPr>
      <p:sp>
        <p:nvSpPr>
          <p:cNvPr id="246" name="Google Shape;246;p22"/>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47" name="Google Shape;247;p22"/>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8" name="Google Shape;248;p22"/>
          <p:cNvSpPr txBox="1"/>
          <p:nvPr>
            <p:ph idx="2"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9" name="Google Shape;249;p22"/>
          <p:cNvSpPr/>
          <p:nvPr>
            <p:ph idx="3" type="pic"/>
          </p:nvPr>
        </p:nvSpPr>
        <p:spPr>
          <a:xfrm>
            <a:off x="3741400" y="2029650"/>
            <a:ext cx="830700" cy="1275900"/>
          </a:xfrm>
          <a:prstGeom prst="roundRect">
            <a:avLst>
              <a:gd fmla="val 16667" name="adj"/>
            </a:avLst>
          </a:prstGeom>
          <a:noFill/>
          <a:ln>
            <a:noFill/>
          </a:ln>
        </p:spPr>
      </p:sp>
      <p:sp>
        <p:nvSpPr>
          <p:cNvPr id="250" name="Google Shape;250;p22"/>
          <p:cNvSpPr txBox="1"/>
          <p:nvPr>
            <p:ph idx="4" type="subTitle"/>
          </p:nvPr>
        </p:nvSpPr>
        <p:spPr>
          <a:xfrm>
            <a:off x="4663450" y="2224674"/>
            <a:ext cx="3235200" cy="681300"/>
          </a:xfrm>
          <a:prstGeom prst="rect">
            <a:avLst/>
          </a:prstGeom>
        </p:spPr>
        <p:txBody>
          <a:bodyPr anchorCtr="0" anchor="ctr"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1" name="Google Shape;251;p22"/>
          <p:cNvSpPr txBox="1"/>
          <p:nvPr>
            <p:ph idx="5" type="subTitle"/>
          </p:nvPr>
        </p:nvSpPr>
        <p:spPr>
          <a:xfrm>
            <a:off x="4663450" y="2988200"/>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2" name="Google Shape;252;p22"/>
          <p:cNvSpPr/>
          <p:nvPr>
            <p:ph idx="6" type="pic"/>
          </p:nvPr>
        </p:nvSpPr>
        <p:spPr>
          <a:xfrm>
            <a:off x="3741400" y="3579575"/>
            <a:ext cx="830700" cy="1275900"/>
          </a:xfrm>
          <a:prstGeom prst="roundRect">
            <a:avLst>
              <a:gd fmla="val 16667" name="adj"/>
            </a:avLst>
          </a:prstGeom>
          <a:noFill/>
          <a:ln>
            <a:noFill/>
          </a:ln>
        </p:spPr>
      </p:sp>
      <p:sp>
        <p:nvSpPr>
          <p:cNvPr id="253" name="Google Shape;253;p22"/>
          <p:cNvSpPr txBox="1"/>
          <p:nvPr>
            <p:ph idx="7" type="subTitle"/>
          </p:nvPr>
        </p:nvSpPr>
        <p:spPr>
          <a:xfrm>
            <a:off x="4663450" y="3774599"/>
            <a:ext cx="3235200" cy="681300"/>
          </a:xfrm>
          <a:prstGeom prst="rect">
            <a:avLst/>
          </a:prstGeom>
        </p:spPr>
        <p:txBody>
          <a:bodyPr anchorCtr="0" anchor="ctr"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4" name="Google Shape;254;p22"/>
          <p:cNvSpPr txBox="1"/>
          <p:nvPr>
            <p:ph idx="8" type="subTitle"/>
          </p:nvPr>
        </p:nvSpPr>
        <p:spPr>
          <a:xfrm>
            <a:off x="4663450" y="4538125"/>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spTree>
      <p:nvGrpSpPr>
        <p:cNvPr id="255" name="Shape 255"/>
        <p:cNvGrpSpPr/>
        <p:nvPr/>
      </p:nvGrpSpPr>
      <p:grpSpPr>
        <a:xfrm>
          <a:off x="0" y="0"/>
          <a:ext cx="0" cy="0"/>
          <a:chOff x="0" y="0"/>
          <a:chExt cx="0" cy="0"/>
        </a:xfrm>
      </p:grpSpPr>
      <p:pic>
        <p:nvPicPr>
          <p:cNvPr descr="Marble texture (Provided by Getty Images)" id="256" name="Google Shape;256;p23"/>
          <p:cNvPicPr preferRelativeResize="0"/>
          <p:nvPr/>
        </p:nvPicPr>
        <p:blipFill rotWithShape="1">
          <a:blip r:embed="rId2">
            <a:alphaModFix amt="43000"/>
          </a:blip>
          <a:srcRect b="39598" l="23975" r="45677" t="45068"/>
          <a:stretch/>
        </p:blipFill>
        <p:spPr>
          <a:xfrm rot="-5400000">
            <a:off x="8049675" y="1220925"/>
            <a:ext cx="1246200" cy="945000"/>
          </a:xfrm>
          <a:prstGeom prst="round2SameRect">
            <a:avLst>
              <a:gd fmla="val 16667" name="adj1"/>
              <a:gd fmla="val 0" name="adj2"/>
            </a:avLst>
          </a:prstGeom>
          <a:noFill/>
          <a:ln>
            <a:noFill/>
          </a:ln>
        </p:spPr>
      </p:pic>
      <p:sp>
        <p:nvSpPr>
          <p:cNvPr id="257" name="Google Shape;257;p23"/>
          <p:cNvSpPr/>
          <p:nvPr/>
        </p:nvSpPr>
        <p:spPr>
          <a:xfrm rot="5400000">
            <a:off x="1643775" y="-1478850"/>
            <a:ext cx="4814700" cy="8102400"/>
          </a:xfrm>
          <a:prstGeom prst="round1Rect">
            <a:avLst>
              <a:gd fmla="val 4842" name="adj"/>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pic>
        <p:nvPicPr>
          <p:cNvPr descr="marble (Provided by Getty Images)" id="258" name="Google Shape;258;p23"/>
          <p:cNvPicPr preferRelativeResize="0"/>
          <p:nvPr/>
        </p:nvPicPr>
        <p:blipFill rotWithShape="1">
          <a:blip r:embed="rId3">
            <a:alphaModFix/>
          </a:blip>
          <a:srcRect b="75852" l="26764" r="46015" t="4842"/>
          <a:stretch/>
        </p:blipFill>
        <p:spPr>
          <a:xfrm rot="10800000">
            <a:off x="8200200" y="-1450"/>
            <a:ext cx="943800" cy="1011600"/>
          </a:xfrm>
          <a:prstGeom prst="round1Rect">
            <a:avLst>
              <a:gd fmla="val 15319" name="adj"/>
            </a:avLst>
          </a:prstGeom>
          <a:noFill/>
          <a:ln>
            <a:noFill/>
          </a:ln>
        </p:spPr>
      </p:pic>
      <p:pic>
        <p:nvPicPr>
          <p:cNvPr descr="Marble texture (Provided by Getty Images)" id="259" name="Google Shape;259;p23"/>
          <p:cNvPicPr preferRelativeResize="0"/>
          <p:nvPr/>
        </p:nvPicPr>
        <p:blipFill rotWithShape="1">
          <a:blip r:embed="rId4">
            <a:alphaModFix amt="62000"/>
          </a:blip>
          <a:srcRect b="16416" l="33342" r="31410" t="63092"/>
          <a:stretch/>
        </p:blipFill>
        <p:spPr>
          <a:xfrm rot="-5400000">
            <a:off x="8040825" y="2543525"/>
            <a:ext cx="1267500" cy="948600"/>
          </a:xfrm>
          <a:prstGeom prst="round2SameRect">
            <a:avLst>
              <a:gd fmla="val 16667" name="adj1"/>
              <a:gd fmla="val 0" name="adj2"/>
            </a:avLst>
          </a:prstGeom>
          <a:noFill/>
          <a:ln>
            <a:noFill/>
          </a:ln>
        </p:spPr>
      </p:pic>
      <p:pic>
        <p:nvPicPr>
          <p:cNvPr descr="Marble texture (Provided by Getty Images)" id="260" name="Google Shape;260;p23"/>
          <p:cNvPicPr preferRelativeResize="0"/>
          <p:nvPr/>
        </p:nvPicPr>
        <p:blipFill rotWithShape="1">
          <a:blip r:embed="rId4">
            <a:alphaModFix amt="62000"/>
          </a:blip>
          <a:srcRect b="33123" l="23874" r="40904" t="46490"/>
          <a:stretch/>
        </p:blipFill>
        <p:spPr>
          <a:xfrm rot="-5400000">
            <a:off x="8038875" y="3875025"/>
            <a:ext cx="1266600" cy="943800"/>
          </a:xfrm>
          <a:prstGeom prst="round2SameRect">
            <a:avLst>
              <a:gd fmla="val 16667" name="adj1"/>
              <a:gd fmla="val 0" name="adj2"/>
            </a:avLst>
          </a:prstGeom>
          <a:noFill/>
          <a:ln>
            <a:noFill/>
          </a:ln>
        </p:spPr>
      </p:pic>
      <p:sp>
        <p:nvSpPr>
          <p:cNvPr id="261" name="Google Shape;261;p23"/>
          <p:cNvSpPr txBox="1"/>
          <p:nvPr>
            <p:ph idx="1" type="body"/>
          </p:nvPr>
        </p:nvSpPr>
        <p:spPr>
          <a:xfrm>
            <a:off x="672225"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2" name="Google Shape;262;p23"/>
          <p:cNvSpPr txBox="1"/>
          <p:nvPr>
            <p:ph idx="2" type="subTitle"/>
          </p:nvPr>
        </p:nvSpPr>
        <p:spPr>
          <a:xfrm>
            <a:off x="672225"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63" name="Google Shape;263;p23"/>
          <p:cNvSpPr txBox="1"/>
          <p:nvPr>
            <p:ph idx="3" type="body"/>
          </p:nvPr>
        </p:nvSpPr>
        <p:spPr>
          <a:xfrm>
            <a:off x="672225"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4" name="Google Shape;264;p23"/>
          <p:cNvSpPr txBox="1"/>
          <p:nvPr>
            <p:ph idx="4" type="subTitle"/>
          </p:nvPr>
        </p:nvSpPr>
        <p:spPr>
          <a:xfrm>
            <a:off x="672225" y="3075291"/>
            <a:ext cx="2921700" cy="2079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b="1" sz="1200">
                <a:latin typeface="Manrope"/>
                <a:ea typeface="Manrope"/>
                <a:cs typeface="Manrope"/>
                <a:sym typeface="Manrope"/>
              </a:defRPr>
            </a:lvl1pPr>
            <a:lvl2pPr lvl="1">
              <a:spcBef>
                <a:spcPts val="0"/>
              </a:spcBef>
              <a:spcAft>
                <a:spcPts val="0"/>
              </a:spcAft>
              <a:buSzPts val="1200"/>
              <a:buFont typeface="Manrope"/>
              <a:buNone/>
              <a:defRPr b="1" sz="1200">
                <a:latin typeface="Manrope"/>
                <a:ea typeface="Manrope"/>
                <a:cs typeface="Manrope"/>
                <a:sym typeface="Manrope"/>
              </a:defRPr>
            </a:lvl2pPr>
            <a:lvl3pPr lvl="2">
              <a:spcBef>
                <a:spcPts val="0"/>
              </a:spcBef>
              <a:spcAft>
                <a:spcPts val="0"/>
              </a:spcAft>
              <a:buSzPts val="1200"/>
              <a:buFont typeface="Manrope"/>
              <a:buNone/>
              <a:defRPr b="1" sz="1200">
                <a:latin typeface="Manrope"/>
                <a:ea typeface="Manrope"/>
                <a:cs typeface="Manrope"/>
                <a:sym typeface="Manrope"/>
              </a:defRPr>
            </a:lvl3pPr>
            <a:lvl4pPr lvl="3">
              <a:spcBef>
                <a:spcPts val="0"/>
              </a:spcBef>
              <a:spcAft>
                <a:spcPts val="0"/>
              </a:spcAft>
              <a:buSzPts val="1200"/>
              <a:buFont typeface="Manrope"/>
              <a:buNone/>
              <a:defRPr b="1" sz="1200">
                <a:latin typeface="Manrope"/>
                <a:ea typeface="Manrope"/>
                <a:cs typeface="Manrope"/>
                <a:sym typeface="Manrope"/>
              </a:defRPr>
            </a:lvl4pPr>
            <a:lvl5pPr lvl="4">
              <a:spcBef>
                <a:spcPts val="0"/>
              </a:spcBef>
              <a:spcAft>
                <a:spcPts val="0"/>
              </a:spcAft>
              <a:buSzPts val="1200"/>
              <a:buFont typeface="Manrope"/>
              <a:buNone/>
              <a:defRPr b="1" sz="1200">
                <a:latin typeface="Manrope"/>
                <a:ea typeface="Manrope"/>
                <a:cs typeface="Manrope"/>
                <a:sym typeface="Manrope"/>
              </a:defRPr>
            </a:lvl5pPr>
            <a:lvl6pPr lvl="5">
              <a:spcBef>
                <a:spcPts val="0"/>
              </a:spcBef>
              <a:spcAft>
                <a:spcPts val="0"/>
              </a:spcAft>
              <a:buSzPts val="1200"/>
              <a:buFont typeface="Manrope"/>
              <a:buNone/>
              <a:defRPr b="1" sz="1200">
                <a:latin typeface="Manrope"/>
                <a:ea typeface="Manrope"/>
                <a:cs typeface="Manrope"/>
                <a:sym typeface="Manrope"/>
              </a:defRPr>
            </a:lvl6pPr>
            <a:lvl7pPr lvl="6">
              <a:spcBef>
                <a:spcPts val="0"/>
              </a:spcBef>
              <a:spcAft>
                <a:spcPts val="0"/>
              </a:spcAft>
              <a:buSzPts val="1200"/>
              <a:buFont typeface="Manrope"/>
              <a:buNone/>
              <a:defRPr b="1" sz="1200">
                <a:latin typeface="Manrope"/>
                <a:ea typeface="Manrope"/>
                <a:cs typeface="Manrope"/>
                <a:sym typeface="Manrope"/>
              </a:defRPr>
            </a:lvl7pPr>
            <a:lvl8pPr lvl="7">
              <a:spcBef>
                <a:spcPts val="0"/>
              </a:spcBef>
              <a:spcAft>
                <a:spcPts val="0"/>
              </a:spcAft>
              <a:buSzPts val="1200"/>
              <a:buFont typeface="Manrope"/>
              <a:buNone/>
              <a:defRPr b="1" sz="1200">
                <a:latin typeface="Manrope"/>
                <a:ea typeface="Manrope"/>
                <a:cs typeface="Manrope"/>
                <a:sym typeface="Manrope"/>
              </a:defRPr>
            </a:lvl8pPr>
            <a:lvl9pPr lvl="8">
              <a:spcBef>
                <a:spcPts val="0"/>
              </a:spcBef>
              <a:spcAft>
                <a:spcPts val="0"/>
              </a:spcAft>
              <a:buSzPts val="1200"/>
              <a:buFont typeface="Manrope"/>
              <a:buNone/>
              <a:defRPr b="1" sz="1200">
                <a:latin typeface="Manrope"/>
                <a:ea typeface="Manrope"/>
                <a:cs typeface="Manrope"/>
                <a:sym typeface="Manrope"/>
              </a:defRPr>
            </a:lvl9pPr>
          </a:lstStyle>
          <a:p/>
        </p:txBody>
      </p:sp>
      <p:sp>
        <p:nvSpPr>
          <p:cNvPr id="265" name="Google Shape;265;p23"/>
          <p:cNvSpPr txBox="1"/>
          <p:nvPr>
            <p:ph idx="5"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66" name="Google Shape;266;p23"/>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67" name="Google Shape;267;p23"/>
          <p:cNvSpPr txBox="1"/>
          <p:nvPr>
            <p:ph idx="6" type="subTitle"/>
          </p:nvPr>
        </p:nvSpPr>
        <p:spPr>
          <a:xfrm>
            <a:off x="283500"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8" name="Google Shape;268;p23"/>
          <p:cNvSpPr txBox="1"/>
          <p:nvPr>
            <p:ph idx="7" type="subTitle"/>
          </p:nvPr>
        </p:nvSpPr>
        <p:spPr>
          <a:xfrm>
            <a:off x="283500"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9" name="Google Shape;269;p23"/>
          <p:cNvSpPr txBox="1"/>
          <p:nvPr>
            <p:ph idx="8" type="body"/>
          </p:nvPr>
        </p:nvSpPr>
        <p:spPr>
          <a:xfrm>
            <a:off x="4439850"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0" name="Google Shape;270;p23"/>
          <p:cNvSpPr txBox="1"/>
          <p:nvPr>
            <p:ph idx="9" type="subTitle"/>
          </p:nvPr>
        </p:nvSpPr>
        <p:spPr>
          <a:xfrm>
            <a:off x="4439850"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1" name="Google Shape;271;p23"/>
          <p:cNvSpPr txBox="1"/>
          <p:nvPr>
            <p:ph idx="13" type="body"/>
          </p:nvPr>
        </p:nvSpPr>
        <p:spPr>
          <a:xfrm>
            <a:off x="4439850"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2" name="Google Shape;272;p23"/>
          <p:cNvSpPr txBox="1"/>
          <p:nvPr>
            <p:ph idx="14" type="subTitle"/>
          </p:nvPr>
        </p:nvSpPr>
        <p:spPr>
          <a:xfrm>
            <a:off x="4439850" y="3075291"/>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3" name="Google Shape;273;p23"/>
          <p:cNvSpPr txBox="1"/>
          <p:nvPr>
            <p:ph idx="15" type="subTitle"/>
          </p:nvPr>
        </p:nvSpPr>
        <p:spPr>
          <a:xfrm>
            <a:off x="4051125"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74" name="Google Shape;274;p23"/>
          <p:cNvSpPr txBox="1"/>
          <p:nvPr>
            <p:ph idx="16" type="subTitle"/>
          </p:nvPr>
        </p:nvSpPr>
        <p:spPr>
          <a:xfrm>
            <a:off x="4051125"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
  <p:cSld name="CUSTOM_2">
    <p:spTree>
      <p:nvGrpSpPr>
        <p:cNvPr id="275" name="Shape 275"/>
        <p:cNvGrpSpPr/>
        <p:nvPr/>
      </p:nvGrpSpPr>
      <p:grpSpPr>
        <a:xfrm>
          <a:off x="0" y="0"/>
          <a:ext cx="0" cy="0"/>
          <a:chOff x="0" y="0"/>
          <a:chExt cx="0" cy="0"/>
        </a:xfrm>
      </p:grpSpPr>
      <p:sp>
        <p:nvSpPr>
          <p:cNvPr id="276" name="Google Shape;276;p24"/>
          <p:cNvSpPr txBox="1"/>
          <p:nvPr>
            <p:ph idx="1" type="subTitle"/>
          </p:nvPr>
        </p:nvSpPr>
        <p:spPr>
          <a:xfrm>
            <a:off x="628575"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7" name="Google Shape;277;p24"/>
          <p:cNvSpPr txBox="1"/>
          <p:nvPr>
            <p:ph idx="2" type="subTitle"/>
          </p:nvPr>
        </p:nvSpPr>
        <p:spPr>
          <a:xfrm>
            <a:off x="3386550" y="1714500"/>
            <a:ext cx="2370900" cy="5721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24"/>
          <p:cNvSpPr txBox="1"/>
          <p:nvPr>
            <p:ph idx="3" type="subTitle"/>
          </p:nvPr>
        </p:nvSpPr>
        <p:spPr>
          <a:xfrm>
            <a:off x="6134513"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9" name="Google Shape;279;p24"/>
          <p:cNvSpPr txBox="1"/>
          <p:nvPr>
            <p:ph idx="4" type="body"/>
          </p:nvPr>
        </p:nvSpPr>
        <p:spPr>
          <a:xfrm>
            <a:off x="628575"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0" name="Google Shape;280;p24"/>
          <p:cNvSpPr txBox="1"/>
          <p:nvPr>
            <p:ph idx="5" type="body"/>
          </p:nvPr>
        </p:nvSpPr>
        <p:spPr>
          <a:xfrm>
            <a:off x="3386554" y="3107675"/>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1" name="Google Shape;281;p24"/>
          <p:cNvSpPr txBox="1"/>
          <p:nvPr>
            <p:ph idx="6" type="body"/>
          </p:nvPr>
        </p:nvSpPr>
        <p:spPr>
          <a:xfrm>
            <a:off x="6134521"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2" name="Google Shape;282;p24"/>
          <p:cNvSpPr/>
          <p:nvPr/>
        </p:nvSpPr>
        <p:spPr>
          <a:xfrm>
            <a:off x="628575"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3" name="Google Shape;283;p24"/>
          <p:cNvSpPr/>
          <p:nvPr/>
        </p:nvSpPr>
        <p:spPr>
          <a:xfrm>
            <a:off x="2299001"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4" name="Google Shape;284;p24"/>
          <p:cNvSpPr txBox="1"/>
          <p:nvPr>
            <p:ph idx="7" type="subTitle"/>
          </p:nvPr>
        </p:nvSpPr>
        <p:spPr>
          <a:xfrm>
            <a:off x="6991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5" name="Google Shape;285;p24"/>
          <p:cNvSpPr txBox="1"/>
          <p:nvPr>
            <p:ph idx="8" type="subTitle"/>
          </p:nvPr>
        </p:nvSpPr>
        <p:spPr>
          <a:xfrm>
            <a:off x="23599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900"/>
              <a:buFont typeface="Manrope"/>
              <a:buNone/>
              <a:defRPr sz="900">
                <a:latin typeface="Manrope"/>
                <a:ea typeface="Manrope"/>
                <a:cs typeface="Manrope"/>
                <a:sym typeface="Manrope"/>
              </a:defRPr>
            </a:lvl2pPr>
            <a:lvl3pPr lvl="2">
              <a:spcBef>
                <a:spcPts val="0"/>
              </a:spcBef>
              <a:spcAft>
                <a:spcPts val="0"/>
              </a:spcAft>
              <a:buSzPts val="900"/>
              <a:buFont typeface="Manrope"/>
              <a:buNone/>
              <a:defRPr sz="900">
                <a:latin typeface="Manrope"/>
                <a:ea typeface="Manrope"/>
                <a:cs typeface="Manrope"/>
                <a:sym typeface="Manrope"/>
              </a:defRPr>
            </a:lvl3pPr>
            <a:lvl4pPr lvl="3">
              <a:spcBef>
                <a:spcPts val="0"/>
              </a:spcBef>
              <a:spcAft>
                <a:spcPts val="0"/>
              </a:spcAft>
              <a:buSzPts val="900"/>
              <a:buFont typeface="Manrope"/>
              <a:buNone/>
              <a:defRPr sz="900">
                <a:latin typeface="Manrope"/>
                <a:ea typeface="Manrope"/>
                <a:cs typeface="Manrope"/>
                <a:sym typeface="Manrope"/>
              </a:defRPr>
            </a:lvl4pPr>
            <a:lvl5pPr lvl="4">
              <a:spcBef>
                <a:spcPts val="0"/>
              </a:spcBef>
              <a:spcAft>
                <a:spcPts val="0"/>
              </a:spcAft>
              <a:buSzPts val="900"/>
              <a:buFont typeface="Manrope"/>
              <a:buNone/>
              <a:defRPr sz="900">
                <a:latin typeface="Manrope"/>
                <a:ea typeface="Manrope"/>
                <a:cs typeface="Manrope"/>
                <a:sym typeface="Manrope"/>
              </a:defRPr>
            </a:lvl5pPr>
            <a:lvl6pPr lvl="5">
              <a:spcBef>
                <a:spcPts val="0"/>
              </a:spcBef>
              <a:spcAft>
                <a:spcPts val="0"/>
              </a:spcAft>
              <a:buSzPts val="900"/>
              <a:buFont typeface="Manrope"/>
              <a:buNone/>
              <a:defRPr sz="900">
                <a:latin typeface="Manrope"/>
                <a:ea typeface="Manrope"/>
                <a:cs typeface="Manrope"/>
                <a:sym typeface="Manrope"/>
              </a:defRPr>
            </a:lvl6pPr>
            <a:lvl7pPr lvl="6">
              <a:spcBef>
                <a:spcPts val="0"/>
              </a:spcBef>
              <a:spcAft>
                <a:spcPts val="0"/>
              </a:spcAft>
              <a:buSzPts val="900"/>
              <a:buFont typeface="Manrope"/>
              <a:buNone/>
              <a:defRPr sz="900">
                <a:latin typeface="Manrope"/>
                <a:ea typeface="Manrope"/>
                <a:cs typeface="Manrope"/>
                <a:sym typeface="Manrope"/>
              </a:defRPr>
            </a:lvl7pPr>
            <a:lvl8pPr lvl="7">
              <a:spcBef>
                <a:spcPts val="0"/>
              </a:spcBef>
              <a:spcAft>
                <a:spcPts val="0"/>
              </a:spcAft>
              <a:buSzPts val="900"/>
              <a:buFont typeface="Manrope"/>
              <a:buNone/>
              <a:defRPr sz="900">
                <a:latin typeface="Manrope"/>
                <a:ea typeface="Manrope"/>
                <a:cs typeface="Manrope"/>
                <a:sym typeface="Manrope"/>
              </a:defRPr>
            </a:lvl8pPr>
            <a:lvl9pPr lvl="8">
              <a:spcBef>
                <a:spcPts val="0"/>
              </a:spcBef>
              <a:spcAft>
                <a:spcPts val="0"/>
              </a:spcAft>
              <a:buSzPts val="900"/>
              <a:buFont typeface="Manrope"/>
              <a:buNone/>
              <a:defRPr sz="900">
                <a:latin typeface="Manrope"/>
                <a:ea typeface="Manrope"/>
                <a:cs typeface="Manrope"/>
                <a:sym typeface="Manrope"/>
              </a:defRPr>
            </a:lvl9pPr>
          </a:lstStyle>
          <a:p/>
        </p:txBody>
      </p:sp>
      <p:sp>
        <p:nvSpPr>
          <p:cNvPr id="286" name="Google Shape;286;p24"/>
          <p:cNvSpPr/>
          <p:nvPr/>
        </p:nvSpPr>
        <p:spPr>
          <a:xfrm>
            <a:off x="3381538"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7" name="Google Shape;287;p24"/>
          <p:cNvSpPr/>
          <p:nvPr/>
        </p:nvSpPr>
        <p:spPr>
          <a:xfrm>
            <a:off x="505416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8" name="Google Shape;288;p24"/>
          <p:cNvSpPr txBox="1"/>
          <p:nvPr>
            <p:ph idx="9" type="subTitle"/>
          </p:nvPr>
        </p:nvSpPr>
        <p:spPr>
          <a:xfrm>
            <a:off x="3452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9" name="Google Shape;289;p24"/>
          <p:cNvSpPr txBox="1"/>
          <p:nvPr>
            <p:ph idx="13" type="subTitle"/>
          </p:nvPr>
        </p:nvSpPr>
        <p:spPr>
          <a:xfrm>
            <a:off x="5115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0" name="Google Shape;290;p24"/>
          <p:cNvSpPr/>
          <p:nvPr/>
        </p:nvSpPr>
        <p:spPr>
          <a:xfrm>
            <a:off x="61345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1" name="Google Shape;291;p24"/>
          <p:cNvSpPr/>
          <p:nvPr/>
        </p:nvSpPr>
        <p:spPr>
          <a:xfrm>
            <a:off x="78093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2" name="Google Shape;292;p24"/>
          <p:cNvSpPr txBox="1"/>
          <p:nvPr>
            <p:ph idx="14" type="subTitle"/>
          </p:nvPr>
        </p:nvSpPr>
        <p:spPr>
          <a:xfrm>
            <a:off x="6205038"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3" name="Google Shape;293;p24"/>
          <p:cNvSpPr txBox="1"/>
          <p:nvPr>
            <p:ph idx="15" type="subTitle"/>
          </p:nvPr>
        </p:nvSpPr>
        <p:spPr>
          <a:xfrm>
            <a:off x="787021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4" name="Google Shape;294;p24"/>
          <p:cNvSpPr txBox="1"/>
          <p:nvPr>
            <p:ph idx="16" type="subTitle"/>
          </p:nvPr>
        </p:nvSpPr>
        <p:spPr>
          <a:xfrm>
            <a:off x="64957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5" name="Google Shape;295;p24"/>
          <p:cNvSpPr txBox="1"/>
          <p:nvPr>
            <p:ph idx="17" type="subTitle"/>
          </p:nvPr>
        </p:nvSpPr>
        <p:spPr>
          <a:xfrm>
            <a:off x="22990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6" name="Google Shape;296;p24"/>
          <p:cNvSpPr txBox="1"/>
          <p:nvPr>
            <p:ph idx="18" type="subTitle"/>
          </p:nvPr>
        </p:nvSpPr>
        <p:spPr>
          <a:xfrm>
            <a:off x="33833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7" name="Google Shape;297;p24"/>
          <p:cNvSpPr txBox="1"/>
          <p:nvPr>
            <p:ph idx="19" type="subTitle"/>
          </p:nvPr>
        </p:nvSpPr>
        <p:spPr>
          <a:xfrm>
            <a:off x="50524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8" name="Google Shape;298;p24"/>
          <p:cNvSpPr txBox="1"/>
          <p:nvPr>
            <p:ph idx="20" type="subTitle"/>
          </p:nvPr>
        </p:nvSpPr>
        <p:spPr>
          <a:xfrm>
            <a:off x="613452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9" name="Google Shape;299;p24"/>
          <p:cNvSpPr txBox="1"/>
          <p:nvPr>
            <p:ph idx="21" type="subTitle"/>
          </p:nvPr>
        </p:nvSpPr>
        <p:spPr>
          <a:xfrm>
            <a:off x="78058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300" name="Google Shape;300;p24"/>
          <p:cNvSpPr txBox="1"/>
          <p:nvPr>
            <p:ph idx="2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01" name="Google Shape;301;p24"/>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with images">
  <p:cSld name="CUSTOM_5">
    <p:spTree>
      <p:nvGrpSpPr>
        <p:cNvPr id="302" name="Shape 302"/>
        <p:cNvGrpSpPr/>
        <p:nvPr/>
      </p:nvGrpSpPr>
      <p:grpSpPr>
        <a:xfrm>
          <a:off x="0" y="0"/>
          <a:ext cx="0" cy="0"/>
          <a:chOff x="0" y="0"/>
          <a:chExt cx="0" cy="0"/>
        </a:xfrm>
      </p:grpSpPr>
      <p:sp>
        <p:nvSpPr>
          <p:cNvPr id="303" name="Google Shape;303;p25"/>
          <p:cNvSpPr/>
          <p:nvPr>
            <p:ph idx="2" type="pic"/>
          </p:nvPr>
        </p:nvSpPr>
        <p:spPr>
          <a:xfrm>
            <a:off x="477500" y="1765975"/>
            <a:ext cx="2667900" cy="1424100"/>
          </a:xfrm>
          <a:prstGeom prst="roundRect">
            <a:avLst>
              <a:gd fmla="val 16667" name="adj"/>
            </a:avLst>
          </a:prstGeom>
          <a:noFill/>
          <a:ln>
            <a:noFill/>
          </a:ln>
        </p:spPr>
      </p:sp>
      <p:sp>
        <p:nvSpPr>
          <p:cNvPr id="304" name="Google Shape;304;p25"/>
          <p:cNvSpPr/>
          <p:nvPr>
            <p:ph idx="3" type="pic"/>
          </p:nvPr>
        </p:nvSpPr>
        <p:spPr>
          <a:xfrm>
            <a:off x="3238050" y="1765975"/>
            <a:ext cx="2667900" cy="1424100"/>
          </a:xfrm>
          <a:prstGeom prst="roundRect">
            <a:avLst>
              <a:gd fmla="val 16667" name="adj"/>
            </a:avLst>
          </a:prstGeom>
          <a:noFill/>
          <a:ln>
            <a:noFill/>
          </a:ln>
        </p:spPr>
      </p:sp>
      <p:sp>
        <p:nvSpPr>
          <p:cNvPr id="305" name="Google Shape;305;p25"/>
          <p:cNvSpPr/>
          <p:nvPr>
            <p:ph idx="4" type="pic"/>
          </p:nvPr>
        </p:nvSpPr>
        <p:spPr>
          <a:xfrm>
            <a:off x="5998600" y="1765975"/>
            <a:ext cx="2667900" cy="1424100"/>
          </a:xfrm>
          <a:prstGeom prst="roundRect">
            <a:avLst>
              <a:gd fmla="val 16667" name="adj"/>
            </a:avLst>
          </a:prstGeom>
          <a:noFill/>
          <a:ln>
            <a:noFill/>
          </a:ln>
        </p:spPr>
      </p:sp>
      <p:sp>
        <p:nvSpPr>
          <p:cNvPr id="306" name="Google Shape;306;p25"/>
          <p:cNvSpPr txBox="1"/>
          <p:nvPr>
            <p:ph idx="1" type="subTitle"/>
          </p:nvPr>
        </p:nvSpPr>
        <p:spPr>
          <a:xfrm>
            <a:off x="4775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7" name="Google Shape;307;p25"/>
          <p:cNvSpPr txBox="1"/>
          <p:nvPr>
            <p:ph idx="5" type="subTitle"/>
          </p:nvPr>
        </p:nvSpPr>
        <p:spPr>
          <a:xfrm>
            <a:off x="32421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08" name="Google Shape;308;p25"/>
          <p:cNvSpPr txBox="1"/>
          <p:nvPr>
            <p:ph idx="6" type="subTitle"/>
          </p:nvPr>
        </p:nvSpPr>
        <p:spPr>
          <a:xfrm>
            <a:off x="5998325"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9" name="Google Shape;309;p25"/>
          <p:cNvSpPr txBox="1"/>
          <p:nvPr>
            <p:ph idx="7" type="body"/>
          </p:nvPr>
        </p:nvSpPr>
        <p:spPr>
          <a:xfrm>
            <a:off x="4775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0" name="Google Shape;310;p25"/>
          <p:cNvSpPr txBox="1"/>
          <p:nvPr>
            <p:ph idx="8" type="body"/>
          </p:nvPr>
        </p:nvSpPr>
        <p:spPr>
          <a:xfrm>
            <a:off x="32421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1" name="Google Shape;311;p25"/>
          <p:cNvSpPr txBox="1"/>
          <p:nvPr>
            <p:ph idx="9" type="body"/>
          </p:nvPr>
        </p:nvSpPr>
        <p:spPr>
          <a:xfrm>
            <a:off x="5998325"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2" name="Google Shape;312;p25"/>
          <p:cNvSpPr txBox="1"/>
          <p:nvPr>
            <p:ph idx="13" type="subTitle"/>
          </p:nvPr>
        </p:nvSpPr>
        <p:spPr>
          <a:xfrm>
            <a:off x="4775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3" name="Google Shape;313;p25"/>
          <p:cNvSpPr txBox="1"/>
          <p:nvPr>
            <p:ph idx="14" type="subTitle"/>
          </p:nvPr>
        </p:nvSpPr>
        <p:spPr>
          <a:xfrm>
            <a:off x="32421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4" name="Google Shape;314;p25"/>
          <p:cNvSpPr txBox="1"/>
          <p:nvPr>
            <p:ph idx="15" type="subTitle"/>
          </p:nvPr>
        </p:nvSpPr>
        <p:spPr>
          <a:xfrm>
            <a:off x="5998325"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5" name="Google Shape;315;p25"/>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6" name="Google Shape;316;p25"/>
          <p:cNvSpPr txBox="1"/>
          <p:nvPr>
            <p:ph idx="16"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8">
    <p:spTree>
      <p:nvGrpSpPr>
        <p:cNvPr id="317" name="Shape 317"/>
        <p:cNvGrpSpPr/>
        <p:nvPr/>
      </p:nvGrpSpPr>
      <p:grpSpPr>
        <a:xfrm>
          <a:off x="0" y="0"/>
          <a:ext cx="0" cy="0"/>
          <a:chOff x="0" y="0"/>
          <a:chExt cx="0" cy="0"/>
        </a:xfrm>
      </p:grpSpPr>
      <p:sp>
        <p:nvSpPr>
          <p:cNvPr id="318" name="Google Shape;318;p26"/>
          <p:cNvSpPr/>
          <p:nvPr>
            <p:ph idx="2" type="pic"/>
          </p:nvPr>
        </p:nvSpPr>
        <p:spPr>
          <a:xfrm rot="-5400000">
            <a:off x="5317275" y="1321875"/>
            <a:ext cx="4991400" cy="2661900"/>
          </a:xfrm>
          <a:prstGeom prst="round1Rect">
            <a:avLst>
              <a:gd fmla="val 16607" name="adj"/>
            </a:avLst>
          </a:prstGeom>
          <a:noFill/>
          <a:ln>
            <a:noFill/>
          </a:ln>
        </p:spPr>
      </p:sp>
      <p:sp>
        <p:nvSpPr>
          <p:cNvPr id="319" name="Google Shape;319;p26"/>
          <p:cNvSpPr/>
          <p:nvPr/>
        </p:nvSpPr>
        <p:spPr>
          <a:xfrm>
            <a:off x="283475" y="1079100"/>
            <a:ext cx="6046500" cy="4064400"/>
          </a:xfrm>
          <a:prstGeom prst="round2SameRect">
            <a:avLst>
              <a:gd fmla="val 7319" name="adj1"/>
              <a:gd fmla="val 0" name="adj2"/>
            </a:avLst>
          </a:prstGeom>
          <a:solidFill>
            <a:schemeClr val="lt1"/>
          </a:solidFill>
          <a:ln>
            <a:noFill/>
          </a:ln>
          <a:effectLst>
            <a:outerShdw blurRad="114300" rotWithShape="0" algn="bl" dir="10920000" dist="5715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20" name="Google Shape;320;p26"/>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21" name="Google Shape;321;p26"/>
          <p:cNvSpPr txBox="1"/>
          <p:nvPr>
            <p:ph type="title"/>
          </p:nvPr>
        </p:nvSpPr>
        <p:spPr>
          <a:xfrm>
            <a:off x="633325" y="1788450"/>
            <a:ext cx="5273700" cy="572100"/>
          </a:xfrm>
          <a:prstGeom prst="rect">
            <a:avLst/>
          </a:prstGeom>
        </p:spPr>
        <p:txBody>
          <a:bodyPr anchorCtr="0" anchor="b" bIns="0"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22" name="Google Shape;322;p26"/>
          <p:cNvSpPr txBox="1"/>
          <p:nvPr>
            <p:ph idx="3" type="subTitle"/>
          </p:nvPr>
        </p:nvSpPr>
        <p:spPr>
          <a:xfrm>
            <a:off x="633325" y="2518300"/>
            <a:ext cx="2834400" cy="6945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26"/>
          <p:cNvSpPr/>
          <p:nvPr>
            <p:ph idx="4" type="pic"/>
          </p:nvPr>
        </p:nvSpPr>
        <p:spPr>
          <a:xfrm>
            <a:off x="633325" y="3490875"/>
            <a:ext cx="1276200" cy="965100"/>
          </a:xfrm>
          <a:prstGeom prst="round1Rect">
            <a:avLst>
              <a:gd fmla="val 16667" name="adj"/>
            </a:avLst>
          </a:prstGeom>
          <a:noFill/>
          <a:ln>
            <a:noFill/>
          </a:ln>
        </p:spPr>
      </p:sp>
      <p:sp>
        <p:nvSpPr>
          <p:cNvPr id="324" name="Google Shape;324;p26"/>
          <p:cNvSpPr txBox="1"/>
          <p:nvPr>
            <p:ph idx="5" type="subTitle"/>
          </p:nvPr>
        </p:nvSpPr>
        <p:spPr>
          <a:xfrm>
            <a:off x="2063100" y="3621025"/>
            <a:ext cx="2600400" cy="336000"/>
          </a:xfrm>
          <a:prstGeom prst="rect">
            <a:avLst/>
          </a:prstGeom>
        </p:spPr>
        <p:txBody>
          <a:bodyPr anchorCtr="0" anchor="b"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25" name="Google Shape;325;p26"/>
          <p:cNvSpPr txBox="1"/>
          <p:nvPr>
            <p:ph idx="6" type="subTitle"/>
          </p:nvPr>
        </p:nvSpPr>
        <p:spPr>
          <a:xfrm>
            <a:off x="2063100" y="3977384"/>
            <a:ext cx="2600400" cy="3360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3"/>
              </a:buClr>
              <a:buSzPts val="1200"/>
              <a:buNone/>
              <a:defRPr b="1" sz="1200">
                <a:solidFill>
                  <a:schemeClr val="accent3"/>
                </a:solidFill>
              </a:defRPr>
            </a:lvl1pPr>
            <a:lvl2pPr lvl="1">
              <a:spcBef>
                <a:spcPts val="0"/>
              </a:spcBef>
              <a:spcAft>
                <a:spcPts val="0"/>
              </a:spcAft>
              <a:buClr>
                <a:schemeClr val="accent3"/>
              </a:buClr>
              <a:buSzPts val="1200"/>
              <a:buNone/>
              <a:defRPr sz="1200">
                <a:solidFill>
                  <a:schemeClr val="accent3"/>
                </a:solidFill>
              </a:defRPr>
            </a:lvl2pPr>
            <a:lvl3pPr lvl="2">
              <a:spcBef>
                <a:spcPts val="0"/>
              </a:spcBef>
              <a:spcAft>
                <a:spcPts val="0"/>
              </a:spcAft>
              <a:buClr>
                <a:schemeClr val="accent3"/>
              </a:buClr>
              <a:buSzPts val="1200"/>
              <a:buNone/>
              <a:defRPr sz="1200">
                <a:solidFill>
                  <a:schemeClr val="accent3"/>
                </a:solidFill>
              </a:defRPr>
            </a:lvl3pPr>
            <a:lvl4pPr lvl="3">
              <a:spcBef>
                <a:spcPts val="0"/>
              </a:spcBef>
              <a:spcAft>
                <a:spcPts val="0"/>
              </a:spcAft>
              <a:buClr>
                <a:schemeClr val="accent3"/>
              </a:buClr>
              <a:buSzPts val="1200"/>
              <a:buNone/>
              <a:defRPr sz="1200">
                <a:solidFill>
                  <a:schemeClr val="accent3"/>
                </a:solidFill>
              </a:defRPr>
            </a:lvl4pPr>
            <a:lvl5pPr lvl="4">
              <a:spcBef>
                <a:spcPts val="0"/>
              </a:spcBef>
              <a:spcAft>
                <a:spcPts val="0"/>
              </a:spcAft>
              <a:buClr>
                <a:schemeClr val="accent3"/>
              </a:buClr>
              <a:buSzPts val="1200"/>
              <a:buNone/>
              <a:defRPr sz="1200">
                <a:solidFill>
                  <a:schemeClr val="accent3"/>
                </a:solidFill>
              </a:defRPr>
            </a:lvl5pPr>
            <a:lvl6pPr lvl="5">
              <a:spcBef>
                <a:spcPts val="0"/>
              </a:spcBef>
              <a:spcAft>
                <a:spcPts val="0"/>
              </a:spcAft>
              <a:buClr>
                <a:schemeClr val="accent3"/>
              </a:buClr>
              <a:buSzPts val="1200"/>
              <a:buNone/>
              <a:defRPr sz="1200">
                <a:solidFill>
                  <a:schemeClr val="accent3"/>
                </a:solidFill>
              </a:defRPr>
            </a:lvl6pPr>
            <a:lvl7pPr lvl="6">
              <a:spcBef>
                <a:spcPts val="0"/>
              </a:spcBef>
              <a:spcAft>
                <a:spcPts val="0"/>
              </a:spcAft>
              <a:buClr>
                <a:schemeClr val="accent3"/>
              </a:buClr>
              <a:buSzPts val="1200"/>
              <a:buNone/>
              <a:defRPr sz="1200">
                <a:solidFill>
                  <a:schemeClr val="accent3"/>
                </a:solidFill>
              </a:defRPr>
            </a:lvl7pPr>
            <a:lvl8pPr lvl="7">
              <a:spcBef>
                <a:spcPts val="0"/>
              </a:spcBef>
              <a:spcAft>
                <a:spcPts val="0"/>
              </a:spcAft>
              <a:buClr>
                <a:schemeClr val="accent3"/>
              </a:buClr>
              <a:buSzPts val="1200"/>
              <a:buNone/>
              <a:defRPr sz="1200">
                <a:solidFill>
                  <a:schemeClr val="accent3"/>
                </a:solidFill>
              </a:defRPr>
            </a:lvl8pPr>
            <a:lvl9pPr lvl="8">
              <a:spcBef>
                <a:spcPts val="0"/>
              </a:spcBef>
              <a:spcAft>
                <a:spcPts val="0"/>
              </a:spcAft>
              <a:buClr>
                <a:schemeClr val="accent3"/>
              </a:buClr>
              <a:buSzPts val="1200"/>
              <a:buNone/>
              <a:defRPr sz="1200">
                <a:solidFill>
                  <a:schemeClr val="accent3"/>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9">
    <p:spTree>
      <p:nvGrpSpPr>
        <p:cNvPr id="326" name="Shape 326"/>
        <p:cNvGrpSpPr/>
        <p:nvPr/>
      </p:nvGrpSpPr>
      <p:grpSpPr>
        <a:xfrm>
          <a:off x="0" y="0"/>
          <a:ext cx="0" cy="0"/>
          <a:chOff x="0" y="0"/>
          <a:chExt cx="0" cy="0"/>
        </a:xfrm>
      </p:grpSpPr>
      <p:sp>
        <p:nvSpPr>
          <p:cNvPr id="327" name="Google Shape;327;p27"/>
          <p:cNvSpPr txBox="1"/>
          <p:nvPr>
            <p:ph type="title"/>
          </p:nvPr>
        </p:nvSpPr>
        <p:spPr>
          <a:xfrm>
            <a:off x="714025" y="1764325"/>
            <a:ext cx="7715700" cy="1248300"/>
          </a:xfrm>
          <a:prstGeom prst="rect">
            <a:avLst/>
          </a:prstGeom>
        </p:spPr>
        <p:txBody>
          <a:bodyPr anchorCtr="0" anchor="b" bIns="0" lIns="0" spcFirstLastPara="1" rIns="0" wrap="square" tIns="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8" name="Shape 328"/>
        <p:cNvGrpSpPr/>
        <p:nvPr/>
      </p:nvGrpSpPr>
      <p:grpSpPr>
        <a:xfrm>
          <a:off x="0" y="0"/>
          <a:ext cx="0" cy="0"/>
          <a:chOff x="0" y="0"/>
          <a:chExt cx="0" cy="0"/>
        </a:xfrm>
      </p:grpSpPr>
      <p:sp>
        <p:nvSpPr>
          <p:cNvPr id="329" name="Google Shape;329;p2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0" name="Google Shape;330;p28"/>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1" name="Shape 331"/>
        <p:cNvGrpSpPr/>
        <p:nvPr/>
      </p:nvGrpSpPr>
      <p:grpSpPr>
        <a:xfrm>
          <a:off x="0" y="0"/>
          <a:ext cx="0" cy="0"/>
          <a:chOff x="0" y="0"/>
          <a:chExt cx="0" cy="0"/>
        </a:xfrm>
      </p:grpSpPr>
      <p:sp>
        <p:nvSpPr>
          <p:cNvPr id="332" name="Google Shape;332;p2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3" name="Shape 333"/>
        <p:cNvGrpSpPr/>
        <p:nvPr/>
      </p:nvGrpSpPr>
      <p:grpSpPr>
        <a:xfrm>
          <a:off x="0" y="0"/>
          <a:ext cx="0" cy="0"/>
          <a:chOff x="0" y="0"/>
          <a:chExt cx="0" cy="0"/>
        </a:xfrm>
      </p:grpSpPr>
      <p:sp>
        <p:nvSpPr>
          <p:cNvPr id="334" name="Google Shape;334;p3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5" name="Google Shape;335;p30"/>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6" name="Shape 336"/>
        <p:cNvGrpSpPr/>
        <p:nvPr/>
      </p:nvGrpSpPr>
      <p:grpSpPr>
        <a:xfrm>
          <a:off x="0" y="0"/>
          <a:ext cx="0" cy="0"/>
          <a:chOff x="0" y="0"/>
          <a:chExt cx="0" cy="0"/>
        </a:xfrm>
      </p:grpSpPr>
      <p:sp>
        <p:nvSpPr>
          <p:cNvPr id="337" name="Google Shape;337;p3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 name="Google Shape;338;p31"/>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9" name="Google Shape;339;p31"/>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0" name="Shape 340"/>
        <p:cNvGrpSpPr/>
        <p:nvPr/>
      </p:nvGrpSpPr>
      <p:grpSpPr>
        <a:xfrm>
          <a:off x="0" y="0"/>
          <a:ext cx="0" cy="0"/>
          <a:chOff x="0" y="0"/>
          <a:chExt cx="0" cy="0"/>
        </a:xfrm>
      </p:grpSpPr>
      <p:sp>
        <p:nvSpPr>
          <p:cNvPr id="341" name="Google Shape;341;p3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2" name="Shape 342"/>
        <p:cNvGrpSpPr/>
        <p:nvPr/>
      </p:nvGrpSpPr>
      <p:grpSpPr>
        <a:xfrm>
          <a:off x="0" y="0"/>
          <a:ext cx="0" cy="0"/>
          <a:chOff x="0" y="0"/>
          <a:chExt cx="0" cy="0"/>
        </a:xfrm>
      </p:grpSpPr>
      <p:sp>
        <p:nvSpPr>
          <p:cNvPr id="343" name="Google Shape;343;p3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4" name="Google Shape;344;p33"/>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5" name="Shape 345"/>
        <p:cNvGrpSpPr/>
        <p:nvPr/>
      </p:nvGrpSpPr>
      <p:grpSpPr>
        <a:xfrm>
          <a:off x="0" y="0"/>
          <a:ext cx="0" cy="0"/>
          <a:chOff x="0" y="0"/>
          <a:chExt cx="0" cy="0"/>
        </a:xfrm>
      </p:grpSpPr>
      <p:sp>
        <p:nvSpPr>
          <p:cNvPr id="346" name="Google Shape;346;p3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7" name="Shape 347"/>
        <p:cNvGrpSpPr/>
        <p:nvPr/>
      </p:nvGrpSpPr>
      <p:grpSpPr>
        <a:xfrm>
          <a:off x="0" y="0"/>
          <a:ext cx="0" cy="0"/>
          <a:chOff x="0" y="0"/>
          <a:chExt cx="0" cy="0"/>
        </a:xfrm>
      </p:grpSpPr>
      <p:sp>
        <p:nvSpPr>
          <p:cNvPr id="348" name="Google Shape;348;p3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9" name="Google Shape;349;p35"/>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0" name="Google Shape;350;p35"/>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1" name="Shape 351"/>
        <p:cNvGrpSpPr/>
        <p:nvPr/>
      </p:nvGrpSpPr>
      <p:grpSpPr>
        <a:xfrm>
          <a:off x="0" y="0"/>
          <a:ext cx="0" cy="0"/>
          <a:chOff x="0" y="0"/>
          <a:chExt cx="0" cy="0"/>
        </a:xfrm>
      </p:grpSpPr>
      <p:sp>
        <p:nvSpPr>
          <p:cNvPr id="352" name="Google Shape;352;p36"/>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3" name="Shape 353"/>
        <p:cNvGrpSpPr/>
        <p:nvPr/>
      </p:nvGrpSpPr>
      <p:grpSpPr>
        <a:xfrm>
          <a:off x="0" y="0"/>
          <a:ext cx="0" cy="0"/>
          <a:chOff x="0" y="0"/>
          <a:chExt cx="0" cy="0"/>
        </a:xfrm>
      </p:grpSpPr>
      <p:sp>
        <p:nvSpPr>
          <p:cNvPr id="354" name="Google Shape;354;p3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5" name="Google Shape;355;p37"/>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6" name="Shape 356"/>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7" name="Shape 357"/>
        <p:cNvGrpSpPr/>
        <p:nvPr/>
      </p:nvGrpSpPr>
      <p:grpSpPr>
        <a:xfrm>
          <a:off x="0" y="0"/>
          <a:ext cx="0" cy="0"/>
          <a:chOff x="0" y="0"/>
          <a:chExt cx="0" cy="0"/>
        </a:xfrm>
      </p:grpSpPr>
      <p:sp>
        <p:nvSpPr>
          <p:cNvPr id="358" name="Google Shape;358;p3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39"/>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0" name="Google Shape;360;p39"/>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1" name="Google Shape;361;p39"/>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2" name="Google Shape;362;p39"/>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3" name="Google Shape;363;p39"/>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4" name="Google Shape;364;p39"/>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5" name="Shape 365"/>
        <p:cNvGrpSpPr/>
        <p:nvPr/>
      </p:nvGrpSpPr>
      <p:grpSpPr>
        <a:xfrm>
          <a:off x="0" y="0"/>
          <a:ext cx="0" cy="0"/>
          <a:chOff x="0" y="0"/>
          <a:chExt cx="0" cy="0"/>
        </a:xfrm>
      </p:grpSpPr>
      <p:sp>
        <p:nvSpPr>
          <p:cNvPr id="366" name="Google Shape;366;p4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40"/>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8" name="Google Shape;368;p4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9" name="Shape 369"/>
        <p:cNvGrpSpPr/>
        <p:nvPr/>
      </p:nvGrpSpPr>
      <p:grpSpPr>
        <a:xfrm>
          <a:off x="0" y="0"/>
          <a:ext cx="0" cy="0"/>
          <a:chOff x="0" y="0"/>
          <a:chExt cx="0" cy="0"/>
        </a:xfrm>
      </p:grpSpPr>
      <p:sp>
        <p:nvSpPr>
          <p:cNvPr id="370" name="Google Shape;370;p4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1" name="Google Shape;371;p41"/>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2" name="Google Shape;372;p41"/>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3" name="Google Shape;373;p41"/>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74" name="Google Shape;374;p41"/>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5" name="Shape 375"/>
        <p:cNvGrpSpPr/>
        <p:nvPr/>
      </p:nvGrpSpPr>
      <p:grpSpPr>
        <a:xfrm>
          <a:off x="0" y="0"/>
          <a:ext cx="0" cy="0"/>
          <a:chOff x="0" y="0"/>
          <a:chExt cx="0" cy="0"/>
        </a:xfrm>
      </p:grpSpPr>
      <p:sp>
        <p:nvSpPr>
          <p:cNvPr id="376" name="Google Shape;376;p42"/>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7" name="Google Shape;377;p42"/>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8" name="Google Shape;378;p42"/>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9" name="Google Shape;379;p42"/>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2"/>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1" name="Google Shape;381;p42"/>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2" name="Google Shape;382;p42"/>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3" name="Shape 383"/>
        <p:cNvGrpSpPr/>
        <p:nvPr/>
      </p:nvGrpSpPr>
      <p:grpSpPr>
        <a:xfrm>
          <a:off x="0" y="0"/>
          <a:ext cx="0" cy="0"/>
          <a:chOff x="0" y="0"/>
          <a:chExt cx="0" cy="0"/>
        </a:xfrm>
      </p:grpSpPr>
      <p:sp>
        <p:nvSpPr>
          <p:cNvPr id="384" name="Google Shape;384;p43"/>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5" name="Google Shape;385;p43"/>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6" name="Google Shape;386;p43"/>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7" name="Google Shape;387;p43"/>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8" name="Google Shape;388;p4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9" name="Google Shape;389;p43"/>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43"/>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1" name="Google Shape;391;p43"/>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2" name="Google Shape;392;p43"/>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5" name="Google Shape;395;p4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6" name="Shape 396"/>
        <p:cNvGrpSpPr/>
        <p:nvPr/>
      </p:nvGrpSpPr>
      <p:grpSpPr>
        <a:xfrm>
          <a:off x="0" y="0"/>
          <a:ext cx="0" cy="0"/>
          <a:chOff x="0" y="0"/>
          <a:chExt cx="0" cy="0"/>
        </a:xfrm>
      </p:grpSpPr>
      <p:sp>
        <p:nvSpPr>
          <p:cNvPr id="397" name="Google Shape;397;p45"/>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8" name="Google Shape;398;p45"/>
          <p:cNvSpPr/>
          <p:nvPr>
            <p:ph idx="2" type="pic"/>
          </p:nvPr>
        </p:nvSpPr>
        <p:spPr>
          <a:xfrm>
            <a:off x="4804825" y="1133300"/>
            <a:ext cx="4027500" cy="2392800"/>
          </a:xfrm>
          <a:prstGeom prst="rect">
            <a:avLst/>
          </a:prstGeom>
          <a:noFill/>
          <a:ln>
            <a:noFill/>
          </a:ln>
        </p:spPr>
      </p:sp>
      <p:sp>
        <p:nvSpPr>
          <p:cNvPr id="399" name="Google Shape;399;p45"/>
          <p:cNvSpPr/>
          <p:nvPr>
            <p:ph idx="3" type="pic"/>
          </p:nvPr>
        </p:nvSpPr>
        <p:spPr>
          <a:xfrm>
            <a:off x="311725" y="1133300"/>
            <a:ext cx="4027500" cy="2392800"/>
          </a:xfrm>
          <a:prstGeom prst="rect">
            <a:avLst/>
          </a:prstGeom>
          <a:noFill/>
          <a:ln>
            <a:noFill/>
          </a:ln>
        </p:spPr>
      </p:sp>
      <p:sp>
        <p:nvSpPr>
          <p:cNvPr id="400" name="Google Shape;400;p45"/>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1" name="Google Shape;401;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2" name="Google Shape;402;p45"/>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3" name="Google Shape;403;p45"/>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4" name="Shape 404"/>
        <p:cNvGrpSpPr/>
        <p:nvPr/>
      </p:nvGrpSpPr>
      <p:grpSpPr>
        <a:xfrm>
          <a:off x="0" y="0"/>
          <a:ext cx="0" cy="0"/>
          <a:chOff x="0" y="0"/>
          <a:chExt cx="0" cy="0"/>
        </a:xfrm>
      </p:grpSpPr>
      <p:sp>
        <p:nvSpPr>
          <p:cNvPr id="405" name="Google Shape;405;p46"/>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46"/>
          <p:cNvSpPr/>
          <p:nvPr>
            <p:ph idx="2" type="pic"/>
          </p:nvPr>
        </p:nvSpPr>
        <p:spPr>
          <a:xfrm>
            <a:off x="6205225" y="1128325"/>
            <a:ext cx="2627100" cy="2273100"/>
          </a:xfrm>
          <a:prstGeom prst="rect">
            <a:avLst/>
          </a:prstGeom>
          <a:noFill/>
          <a:ln>
            <a:noFill/>
          </a:ln>
        </p:spPr>
      </p:sp>
      <p:sp>
        <p:nvSpPr>
          <p:cNvPr id="407" name="Google Shape;407;p46"/>
          <p:cNvSpPr/>
          <p:nvPr>
            <p:ph idx="3" type="pic"/>
          </p:nvPr>
        </p:nvSpPr>
        <p:spPr>
          <a:xfrm>
            <a:off x="311725" y="1128325"/>
            <a:ext cx="2627100" cy="2273100"/>
          </a:xfrm>
          <a:prstGeom prst="rect">
            <a:avLst/>
          </a:prstGeom>
          <a:noFill/>
          <a:ln>
            <a:noFill/>
          </a:ln>
        </p:spPr>
      </p:sp>
      <p:sp>
        <p:nvSpPr>
          <p:cNvPr id="408" name="Google Shape;408;p46"/>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9" name="Google Shape;409;p46"/>
          <p:cNvSpPr/>
          <p:nvPr>
            <p:ph idx="5" type="pic"/>
          </p:nvPr>
        </p:nvSpPr>
        <p:spPr>
          <a:xfrm>
            <a:off x="3255250" y="1128325"/>
            <a:ext cx="2627100" cy="2273100"/>
          </a:xfrm>
          <a:prstGeom prst="rect">
            <a:avLst/>
          </a:prstGeom>
          <a:noFill/>
          <a:ln>
            <a:noFill/>
          </a:ln>
        </p:spPr>
      </p:sp>
      <p:sp>
        <p:nvSpPr>
          <p:cNvPr id="410" name="Google Shape;410;p46"/>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1" name="Google Shape;411;p4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2" name="Google Shape;412;p46"/>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3" name="Google Shape;413;p46"/>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4" name="Google Shape;414;p46"/>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5" name="Shape 415"/>
        <p:cNvGrpSpPr/>
        <p:nvPr/>
      </p:nvGrpSpPr>
      <p:grpSpPr>
        <a:xfrm>
          <a:off x="0" y="0"/>
          <a:ext cx="0" cy="0"/>
          <a:chOff x="0" y="0"/>
          <a:chExt cx="0" cy="0"/>
        </a:xfrm>
      </p:grpSpPr>
      <p:sp>
        <p:nvSpPr>
          <p:cNvPr id="416" name="Google Shape;416;p4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7" name="Shape 417"/>
        <p:cNvGrpSpPr/>
        <p:nvPr/>
      </p:nvGrpSpPr>
      <p:grpSpPr>
        <a:xfrm>
          <a:off x="0" y="0"/>
          <a:ext cx="0" cy="0"/>
          <a:chOff x="0" y="0"/>
          <a:chExt cx="0" cy="0"/>
        </a:xfrm>
      </p:grpSpPr>
      <p:sp>
        <p:nvSpPr>
          <p:cNvPr id="418" name="Google Shape;418;p48"/>
          <p:cNvSpPr/>
          <p:nvPr>
            <p:ph idx="2" type="pic"/>
          </p:nvPr>
        </p:nvSpPr>
        <p:spPr>
          <a:xfrm>
            <a:off x="3389600" y="118913"/>
            <a:ext cx="1643700" cy="1535100"/>
          </a:xfrm>
          <a:prstGeom prst="rect">
            <a:avLst/>
          </a:prstGeom>
          <a:noFill/>
          <a:ln>
            <a:noFill/>
          </a:ln>
        </p:spPr>
      </p:sp>
      <p:sp>
        <p:nvSpPr>
          <p:cNvPr id="419" name="Google Shape;419;p48"/>
          <p:cNvSpPr/>
          <p:nvPr>
            <p:ph idx="3" type="pic"/>
          </p:nvPr>
        </p:nvSpPr>
        <p:spPr>
          <a:xfrm>
            <a:off x="5195935" y="118913"/>
            <a:ext cx="1643700" cy="1535100"/>
          </a:xfrm>
          <a:prstGeom prst="rect">
            <a:avLst/>
          </a:prstGeom>
          <a:noFill/>
          <a:ln>
            <a:noFill/>
          </a:ln>
        </p:spPr>
      </p:sp>
      <p:sp>
        <p:nvSpPr>
          <p:cNvPr id="420" name="Google Shape;420;p48"/>
          <p:cNvSpPr/>
          <p:nvPr>
            <p:ph idx="4" type="pic"/>
          </p:nvPr>
        </p:nvSpPr>
        <p:spPr>
          <a:xfrm>
            <a:off x="7002270" y="118913"/>
            <a:ext cx="1643700" cy="1535100"/>
          </a:xfrm>
          <a:prstGeom prst="rect">
            <a:avLst/>
          </a:prstGeom>
          <a:noFill/>
          <a:ln>
            <a:noFill/>
          </a:ln>
        </p:spPr>
      </p:sp>
      <p:sp>
        <p:nvSpPr>
          <p:cNvPr id="421" name="Google Shape;421;p48"/>
          <p:cNvSpPr/>
          <p:nvPr>
            <p:ph idx="5" type="pic"/>
          </p:nvPr>
        </p:nvSpPr>
        <p:spPr>
          <a:xfrm>
            <a:off x="3389588" y="1804212"/>
            <a:ext cx="1643700" cy="1535100"/>
          </a:xfrm>
          <a:prstGeom prst="rect">
            <a:avLst/>
          </a:prstGeom>
          <a:noFill/>
          <a:ln>
            <a:noFill/>
          </a:ln>
        </p:spPr>
      </p:sp>
      <p:sp>
        <p:nvSpPr>
          <p:cNvPr id="422" name="Google Shape;422;p48"/>
          <p:cNvSpPr/>
          <p:nvPr>
            <p:ph idx="6" type="pic"/>
          </p:nvPr>
        </p:nvSpPr>
        <p:spPr>
          <a:xfrm>
            <a:off x="5195922" y="1804212"/>
            <a:ext cx="1643700" cy="1535100"/>
          </a:xfrm>
          <a:prstGeom prst="rect">
            <a:avLst/>
          </a:prstGeom>
          <a:noFill/>
          <a:ln>
            <a:noFill/>
          </a:ln>
        </p:spPr>
      </p:sp>
      <p:sp>
        <p:nvSpPr>
          <p:cNvPr id="423" name="Google Shape;423;p48"/>
          <p:cNvSpPr/>
          <p:nvPr>
            <p:ph idx="7" type="pic"/>
          </p:nvPr>
        </p:nvSpPr>
        <p:spPr>
          <a:xfrm>
            <a:off x="7002257" y="1804212"/>
            <a:ext cx="1643700" cy="1535100"/>
          </a:xfrm>
          <a:prstGeom prst="rect">
            <a:avLst/>
          </a:prstGeom>
          <a:noFill/>
          <a:ln>
            <a:noFill/>
          </a:ln>
        </p:spPr>
      </p:sp>
      <p:sp>
        <p:nvSpPr>
          <p:cNvPr id="424" name="Google Shape;424;p48"/>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5" name="Google Shape;425;p48"/>
          <p:cNvSpPr/>
          <p:nvPr>
            <p:ph idx="8" type="pic"/>
          </p:nvPr>
        </p:nvSpPr>
        <p:spPr>
          <a:xfrm>
            <a:off x="3389588" y="3489487"/>
            <a:ext cx="1643700" cy="1535100"/>
          </a:xfrm>
          <a:prstGeom prst="rect">
            <a:avLst/>
          </a:prstGeom>
          <a:noFill/>
          <a:ln>
            <a:noFill/>
          </a:ln>
        </p:spPr>
      </p:sp>
      <p:sp>
        <p:nvSpPr>
          <p:cNvPr id="426" name="Google Shape;426;p48"/>
          <p:cNvSpPr/>
          <p:nvPr>
            <p:ph idx="9" type="pic"/>
          </p:nvPr>
        </p:nvSpPr>
        <p:spPr>
          <a:xfrm>
            <a:off x="5195922" y="3489487"/>
            <a:ext cx="1643700" cy="1535100"/>
          </a:xfrm>
          <a:prstGeom prst="rect">
            <a:avLst/>
          </a:prstGeom>
          <a:noFill/>
          <a:ln>
            <a:noFill/>
          </a:ln>
        </p:spPr>
      </p:sp>
      <p:sp>
        <p:nvSpPr>
          <p:cNvPr id="427" name="Google Shape;427;p4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2.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311825" y="4696689"/>
            <a:ext cx="548700" cy="183000"/>
          </a:xfrm>
          <a:prstGeom prst="rect">
            <a:avLst/>
          </a:prstGeom>
          <a:noFill/>
          <a:ln>
            <a:noFill/>
          </a:ln>
        </p:spPr>
        <p:txBody>
          <a:bodyPr anchorCtr="0" anchor="b" bIns="0" lIns="91425" spcFirstLastPara="1" rIns="0" wrap="square" tIns="0">
            <a:normAutofit/>
          </a:bodyPr>
          <a:lstStyle>
            <a:lvl1pPr lvl="0" algn="r">
              <a:buNone/>
              <a:defRPr sz="800">
                <a:solidFill>
                  <a:schemeClr val="dk1"/>
                </a:solidFill>
                <a:latin typeface="Manrope"/>
                <a:ea typeface="Manrope"/>
                <a:cs typeface="Manrope"/>
                <a:sym typeface="Manrope"/>
              </a:defRPr>
            </a:lvl1pPr>
            <a:lvl2pPr lvl="1" algn="r">
              <a:buNone/>
              <a:defRPr sz="800">
                <a:solidFill>
                  <a:schemeClr val="dk1"/>
                </a:solidFill>
                <a:latin typeface="Manrope"/>
                <a:ea typeface="Manrope"/>
                <a:cs typeface="Manrope"/>
                <a:sym typeface="Manrope"/>
              </a:defRPr>
            </a:lvl2pPr>
            <a:lvl3pPr lvl="2" algn="r">
              <a:buNone/>
              <a:defRPr sz="800">
                <a:solidFill>
                  <a:schemeClr val="dk1"/>
                </a:solidFill>
                <a:latin typeface="Manrope"/>
                <a:ea typeface="Manrope"/>
                <a:cs typeface="Manrope"/>
                <a:sym typeface="Manrope"/>
              </a:defRPr>
            </a:lvl3pPr>
            <a:lvl4pPr lvl="3" algn="r">
              <a:buNone/>
              <a:defRPr sz="800">
                <a:solidFill>
                  <a:schemeClr val="dk1"/>
                </a:solidFill>
                <a:latin typeface="Manrope"/>
                <a:ea typeface="Manrope"/>
                <a:cs typeface="Manrope"/>
                <a:sym typeface="Manrope"/>
              </a:defRPr>
            </a:lvl4pPr>
            <a:lvl5pPr lvl="4" algn="r">
              <a:buNone/>
              <a:defRPr sz="800">
                <a:solidFill>
                  <a:schemeClr val="dk1"/>
                </a:solidFill>
                <a:latin typeface="Manrope"/>
                <a:ea typeface="Manrope"/>
                <a:cs typeface="Manrope"/>
                <a:sym typeface="Manrope"/>
              </a:defRPr>
            </a:lvl5pPr>
            <a:lvl6pPr lvl="5" algn="r">
              <a:buNone/>
              <a:defRPr sz="800">
                <a:solidFill>
                  <a:schemeClr val="dk1"/>
                </a:solidFill>
                <a:latin typeface="Manrope"/>
                <a:ea typeface="Manrope"/>
                <a:cs typeface="Manrope"/>
                <a:sym typeface="Manrope"/>
              </a:defRPr>
            </a:lvl6pPr>
            <a:lvl7pPr lvl="6" algn="r">
              <a:buNone/>
              <a:defRPr sz="800">
                <a:solidFill>
                  <a:schemeClr val="dk1"/>
                </a:solidFill>
                <a:latin typeface="Manrope"/>
                <a:ea typeface="Manrope"/>
                <a:cs typeface="Manrope"/>
                <a:sym typeface="Manrope"/>
              </a:defRPr>
            </a:lvl7pPr>
            <a:lvl8pPr lvl="7" algn="r">
              <a:buNone/>
              <a:defRPr sz="800">
                <a:solidFill>
                  <a:schemeClr val="dk1"/>
                </a:solidFill>
                <a:latin typeface="Manrope"/>
                <a:ea typeface="Manrope"/>
                <a:cs typeface="Manrope"/>
                <a:sym typeface="Manrope"/>
              </a:defRPr>
            </a:lvl8pPr>
            <a:lvl9pPr lvl="8" algn="r">
              <a:buNone/>
              <a:defRPr sz="800">
                <a:solidFill>
                  <a:schemeClr val="dk1"/>
                </a:solidFill>
                <a:latin typeface="Manrope"/>
                <a:ea typeface="Manrope"/>
                <a:cs typeface="Manrope"/>
                <a:sym typeface="Manrope"/>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284700" y="1782325"/>
            <a:ext cx="4287300" cy="29013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
        <p:nvSpPr>
          <p:cNvPr id="8" name="Google Shape;8;p1"/>
          <p:cNvSpPr txBox="1"/>
          <p:nvPr>
            <p:ph type="title"/>
          </p:nvPr>
        </p:nvSpPr>
        <p:spPr>
          <a:xfrm>
            <a:off x="283475" y="420225"/>
            <a:ext cx="7323300" cy="5721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1pPr>
            <a:lvl2pPr lvl="1">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2pPr>
            <a:lvl3pPr lvl="2">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3pPr>
            <a:lvl4pPr lvl="3">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4pPr>
            <a:lvl5pPr lvl="4">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5pPr>
            <a:lvl6pPr lvl="5">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6pPr>
            <a:lvl7pPr lvl="6">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7pPr>
            <a:lvl8pPr lvl="7">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8pPr>
            <a:lvl9pPr lvl="8">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00">
          <p15:clr>
            <a:schemeClr val="accent3"/>
          </p15:clr>
        </p15:guide>
        <p15:guide id="2" orient="horz" pos="300">
          <p15:clr>
            <a:schemeClr val="accent3"/>
          </p15:clr>
        </p15:guide>
        <p15:guide id="3" orient="horz" pos="899">
          <p15:clr>
            <a:schemeClr val="accent3"/>
          </p15:clr>
        </p15:guide>
        <p15:guide id="4" pos="1561">
          <p15:clr>
            <a:schemeClr val="accent3"/>
          </p15:clr>
        </p15:guide>
        <p15:guide id="5" pos="1619">
          <p15:clr>
            <a:schemeClr val="accent3"/>
          </p15:clr>
        </p15:guide>
        <p15:guide id="6" orient="horz" pos="962">
          <p15:clr>
            <a:schemeClr val="accent3"/>
          </p15:clr>
        </p15:guide>
        <p15:guide id="7" orient="horz" pos="1561">
          <p15:clr>
            <a:schemeClr val="accent3"/>
          </p15:clr>
        </p15:guide>
        <p15:guide id="8" orient="horz" pos="1619">
          <p15:clr>
            <a:schemeClr val="accent3"/>
          </p15:clr>
        </p15:guide>
        <p15:guide id="9" orient="horz" pos="2281">
          <p15:clr>
            <a:schemeClr val="accent3"/>
          </p15:clr>
        </p15:guide>
        <p15:guide id="10" orient="horz" pos="2339">
          <p15:clr>
            <a:schemeClr val="accent3"/>
          </p15:clr>
        </p15:guide>
        <p15:guide id="11" orient="horz" pos="2943">
          <p15:clr>
            <a:schemeClr val="accent3"/>
          </p15:clr>
        </p15:guide>
        <p15:guide id="12" pos="1981">
          <p15:clr>
            <a:schemeClr val="accent5"/>
          </p15:clr>
        </p15:guide>
        <p15:guide id="13" pos="2039">
          <p15:clr>
            <a:schemeClr val="accent5"/>
          </p15:clr>
        </p15:guide>
        <p15:guide id="14" pos="2880">
          <p15:clr>
            <a:schemeClr val="accent3"/>
          </p15:clr>
        </p15:guide>
        <p15:guide id="15" pos="2938">
          <p15:clr>
            <a:schemeClr val="accent3"/>
          </p15:clr>
        </p15:guide>
        <p15:guide id="16" pos="3721">
          <p15:clr>
            <a:schemeClr val="accent5"/>
          </p15:clr>
        </p15:guide>
        <p15:guide id="17" pos="3779">
          <p15:clr>
            <a:schemeClr val="accent5"/>
          </p15:clr>
        </p15:guide>
        <p15:guide id="18" pos="4141">
          <p15:clr>
            <a:schemeClr val="accent3"/>
          </p15:clr>
        </p15:guide>
        <p15:guide id="19" pos="4199">
          <p15:clr>
            <a:schemeClr val="accent3"/>
          </p15:clr>
        </p15:guide>
        <p15:guide id="20" pos="5460">
          <p15:clr>
            <a:schemeClr val="accent3"/>
          </p15:clr>
        </p15:guide>
        <p15:guide id="21" pos="179">
          <p15:clr>
            <a:schemeClr val="accent1"/>
          </p15:clr>
        </p15:guide>
        <p15:guide id="22" pos="5581">
          <p15:clr>
            <a:schemeClr val="accent1"/>
          </p15:clr>
        </p15:guide>
        <p15:guide id="23" orient="horz" pos="179">
          <p15:clr>
            <a:schemeClr val="accent1"/>
          </p15:clr>
        </p15:guide>
        <p15:guide id="24" orient="horz" pos="3059">
          <p15:clr>
            <a:schemeClr val="accent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9"/>
          <p:cNvSpPr/>
          <p:nvPr/>
        </p:nvSpPr>
        <p:spPr>
          <a:xfrm rot="-5400000">
            <a:off x="3765875" y="-1242675"/>
            <a:ext cx="3129300" cy="7631700"/>
          </a:xfrm>
          <a:prstGeom prst="round2SameRect">
            <a:avLst>
              <a:gd fmla="val 6150" name="adj1"/>
              <a:gd fmla="val 0" name="adj2"/>
            </a:avLst>
          </a:prstGeom>
          <a:solidFill>
            <a:schemeClr val="lt1"/>
          </a:solidFill>
          <a:ln>
            <a:noFill/>
          </a:ln>
          <a:effectLst>
            <a:outerShdw blurRad="200025" rotWithShape="0" algn="bl" dir="9000000" dist="7620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a:ea typeface="Nunito"/>
              <a:cs typeface="Nunito"/>
              <a:sym typeface="Nunito"/>
            </a:endParaRPr>
          </a:p>
        </p:txBody>
      </p:sp>
      <p:sp>
        <p:nvSpPr>
          <p:cNvPr id="433" name="Google Shape;433;p49"/>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p>
            <a:pPr indent="-228600" lvl="0" marL="457200" rtl="0" algn="ctr">
              <a:lnSpc>
                <a:spcPct val="115000"/>
              </a:lnSpc>
              <a:spcBef>
                <a:spcPts val="0"/>
              </a:spcBef>
              <a:spcAft>
                <a:spcPts val="0"/>
              </a:spcAft>
              <a:buClr>
                <a:srgbClr val="273540"/>
              </a:buClr>
              <a:buSzPts val="2000"/>
              <a:buFont typeface="Manrope"/>
              <a:buNone/>
            </a:pPr>
            <a:r>
              <a:rPr b="1" lang="en" sz="2000">
                <a:solidFill>
                  <a:srgbClr val="000000"/>
                </a:solidFill>
                <a:latin typeface="Manrope"/>
                <a:ea typeface="Manrope"/>
                <a:cs typeface="Manrope"/>
                <a:sym typeface="Manrope"/>
              </a:rPr>
              <a:t>Group Case 4</a:t>
            </a:r>
            <a:endParaRPr b="1" sz="2000">
              <a:solidFill>
                <a:srgbClr val="000000"/>
              </a:solidFill>
              <a:latin typeface="Manrope"/>
              <a:ea typeface="Manrope"/>
              <a:cs typeface="Manrope"/>
              <a:sym typeface="Manrope"/>
            </a:endParaRPr>
          </a:p>
          <a:p>
            <a:pPr indent="-228600" lvl="0" marL="457200" rtl="0" algn="ctr">
              <a:lnSpc>
                <a:spcPct val="115000"/>
              </a:lnSpc>
              <a:spcBef>
                <a:spcPts val="0"/>
              </a:spcBef>
              <a:spcAft>
                <a:spcPts val="0"/>
              </a:spcAft>
              <a:buClr>
                <a:srgbClr val="273540"/>
              </a:buClr>
              <a:buSzPts val="2000"/>
              <a:buFont typeface="Manrope"/>
              <a:buNone/>
            </a:pPr>
            <a:r>
              <a:rPr lang="en" sz="2000">
                <a:solidFill>
                  <a:srgbClr val="000000"/>
                </a:solidFill>
                <a:latin typeface="Manrope"/>
                <a:ea typeface="Manrope"/>
                <a:cs typeface="Manrope"/>
                <a:sym typeface="Manrope"/>
              </a:rPr>
              <a:t>–</a:t>
            </a:r>
            <a:endParaRPr sz="2000">
              <a:latin typeface="Manrope"/>
              <a:ea typeface="Manrope"/>
              <a:cs typeface="Manrope"/>
              <a:sym typeface="Manrope"/>
            </a:endParaRPr>
          </a:p>
        </p:txBody>
      </p:sp>
      <p:sp>
        <p:nvSpPr>
          <p:cNvPr id="434" name="Google Shape;434;p49"/>
          <p:cNvSpPr txBox="1"/>
          <p:nvPr>
            <p:ph idx="4294967295" type="subTitle"/>
          </p:nvPr>
        </p:nvSpPr>
        <p:spPr>
          <a:xfrm>
            <a:off x="2612225" y="3190100"/>
            <a:ext cx="5436600" cy="765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latin typeface="Manrope"/>
                <a:ea typeface="Manrope"/>
                <a:cs typeface="Manrope"/>
                <a:sym typeface="Manrope"/>
              </a:rPr>
              <a:t>Team 3: Heven Abraha, Nia Bishop, Haotian Du, Rutendo Nyoka, Julia See</a:t>
            </a:r>
            <a:endParaRPr sz="1500">
              <a:latin typeface="Manrope"/>
              <a:ea typeface="Manrope"/>
              <a:cs typeface="Manrope"/>
              <a:sym typeface="Manrope"/>
            </a:endParaRPr>
          </a:p>
        </p:txBody>
      </p:sp>
      <p:sp>
        <p:nvSpPr>
          <p:cNvPr id="435" name="Google Shape;435;p49"/>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p>
            <a:pPr indent="0" lvl="0" marL="0" rtl="0" algn="l">
              <a:spcBef>
                <a:spcPts val="0"/>
              </a:spcBef>
              <a:spcAft>
                <a:spcPts val="0"/>
              </a:spcAft>
              <a:buSzPts val="688"/>
              <a:buNone/>
            </a:pPr>
            <a:r>
              <a:rPr lang="en"/>
              <a:t>BUMK 773</a:t>
            </a:r>
            <a:endParaRPr/>
          </a:p>
        </p:txBody>
      </p:sp>
      <p:pic>
        <p:nvPicPr>
          <p:cNvPr descr="Marble texture (Provided by Getty Images)" id="436" name="Google Shape;436;p49"/>
          <p:cNvPicPr preferRelativeResize="0"/>
          <p:nvPr/>
        </p:nvPicPr>
        <p:blipFill rotWithShape="1">
          <a:blip r:embed="rId3">
            <a:alphaModFix/>
          </a:blip>
          <a:srcRect b="8354" l="51184" r="0" t="70762"/>
          <a:stretch/>
        </p:blipFill>
        <p:spPr>
          <a:xfrm>
            <a:off x="0" y="4172200"/>
            <a:ext cx="1464300" cy="971400"/>
          </a:xfrm>
          <a:prstGeom prst="round1Rect">
            <a:avLst>
              <a:gd fmla="val 16667" name="adj"/>
            </a:avLst>
          </a:prstGeom>
          <a:noFill/>
          <a:ln>
            <a:noFill/>
          </a:ln>
        </p:spPr>
      </p:pic>
      <p:pic>
        <p:nvPicPr>
          <p:cNvPr descr="Marble texture (Provided by Getty Images)" id="437" name="Google Shape;437;p49"/>
          <p:cNvPicPr preferRelativeResize="0"/>
          <p:nvPr/>
        </p:nvPicPr>
        <p:blipFill rotWithShape="1">
          <a:blip r:embed="rId3">
            <a:alphaModFix/>
          </a:blip>
          <a:srcRect b="8358" l="0" r="0" t="70763"/>
          <a:stretch/>
        </p:blipFill>
        <p:spPr>
          <a:xfrm rot="10800000">
            <a:off x="1514675" y="-100"/>
            <a:ext cx="3100200" cy="971400"/>
          </a:xfrm>
          <a:prstGeom prst="round2SameRect">
            <a:avLst>
              <a:gd fmla="val 16667" name="adj1"/>
              <a:gd fmla="val 0" name="adj2"/>
            </a:avLst>
          </a:prstGeom>
          <a:noFill/>
          <a:ln>
            <a:noFill/>
          </a:ln>
        </p:spPr>
      </p:pic>
      <p:pic>
        <p:nvPicPr>
          <p:cNvPr descr="Smooth stone texture (Provided by Getty Images)" id="438" name="Google Shape;438;p49"/>
          <p:cNvPicPr preferRelativeResize="0"/>
          <p:nvPr/>
        </p:nvPicPr>
        <p:blipFill rotWithShape="1">
          <a:blip r:embed="rId4">
            <a:alphaModFix/>
          </a:blip>
          <a:srcRect b="77982" l="86246" r="14" t="347"/>
          <a:stretch/>
        </p:blipFill>
        <p:spPr>
          <a:xfrm flipH="1">
            <a:off x="8212800" y="4183200"/>
            <a:ext cx="931200" cy="960300"/>
          </a:xfrm>
          <a:prstGeom prst="round1Rect">
            <a:avLst>
              <a:gd fmla="val 22027" name="adj"/>
            </a:avLst>
          </a:prstGeom>
          <a:noFill/>
          <a:ln>
            <a:noFill/>
          </a:ln>
          <a:effectLst>
            <a:outerShdw blurRad="171450" rotWithShape="0" algn="bl" dir="11520000" dist="57150">
              <a:schemeClr val="dk1">
                <a:alpha val="17650"/>
              </a:schemeClr>
            </a:outerShdw>
          </a:effectLst>
        </p:spPr>
      </p:pic>
      <p:pic>
        <p:nvPicPr>
          <p:cNvPr descr="Smooth stone texture (Provided by Getty Images)" id="439" name="Google Shape;439;p49"/>
          <p:cNvPicPr preferRelativeResize="0"/>
          <p:nvPr/>
        </p:nvPicPr>
        <p:blipFill rotWithShape="1">
          <a:blip r:embed="rId4">
            <a:alphaModFix/>
          </a:blip>
          <a:srcRect b="77982" l="32628" r="13" t="347"/>
          <a:stretch/>
        </p:blipFill>
        <p:spPr>
          <a:xfrm rot="10800000">
            <a:off x="4664850" y="0"/>
            <a:ext cx="4479000" cy="960300"/>
          </a:xfrm>
          <a:prstGeom prst="round1Rect">
            <a:avLst>
              <a:gd fmla="val 22027" name="adj"/>
            </a:avLst>
          </a:prstGeom>
          <a:noFill/>
          <a:ln>
            <a:noFill/>
          </a:ln>
          <a:effectLst>
            <a:outerShdw blurRad="171450" rotWithShape="0" algn="bl" dir="11520000" dist="95250">
              <a:schemeClr val="dk1">
                <a:alpha val="10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descr="marble (Provided by Getty Images)" id="444" name="Google Shape;444;p50"/>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445" name="Google Shape;445;p50"/>
          <p:cNvSpPr txBox="1"/>
          <p:nvPr>
            <p:ph idx="3" type="body"/>
          </p:nvPr>
        </p:nvSpPr>
        <p:spPr>
          <a:xfrm>
            <a:off x="81275" y="475500"/>
            <a:ext cx="5825700" cy="4134000"/>
          </a:xfrm>
          <a:prstGeom prst="rect">
            <a:avLst/>
          </a:prstGeom>
        </p:spPr>
        <p:txBody>
          <a:bodyPr anchorCtr="0" anchor="t" bIns="0" lIns="0" spcFirstLastPara="1" rIns="0" wrap="square" tIns="0">
            <a:noAutofit/>
          </a:bodyPr>
          <a:lstStyle/>
          <a:p>
            <a:pPr indent="457200" lvl="0" marL="0" rtl="0" algn="l">
              <a:spcBef>
                <a:spcPts val="900"/>
              </a:spcBef>
              <a:spcAft>
                <a:spcPts val="0"/>
              </a:spcAft>
              <a:buNone/>
            </a:pPr>
            <a:r>
              <a:rPr lang="en" sz="1100">
                <a:solidFill>
                  <a:srgbClr val="273540"/>
                </a:solidFill>
                <a:latin typeface="Times New Roman"/>
                <a:ea typeface="Times New Roman"/>
                <a:cs typeface="Times New Roman"/>
                <a:sym typeface="Times New Roman"/>
              </a:rPr>
              <a:t>The tiered pricing structure is aligned with the product led growth strategy. The adoption barriers are lowered which creates a clear upgrade path from Basic to Pro prior to June 2022. The unlimited cover model targets consumers who are looking for a clear and direct option through simplifying the customer proposition. The differentiated SMS option provides a mechanism to easily upsell to potential consumers. The tiered pricing model’s additions in February 2024 allow high volume restaurants additional monetized options, reducing cost risks. The usage based monetization heightens consumer choice through the “free” and “starter” options. Large restaurant groups may benefit from having access to personalized tiers. Eat App would be able to maintain low friction consumer acquisition while revenue is aligned with values and variable costs depending on the market.</a:t>
            </a:r>
            <a:endParaRPr sz="1100">
              <a:solidFill>
                <a:srgbClr val="273540"/>
              </a:solidFill>
              <a:latin typeface="Times New Roman"/>
              <a:ea typeface="Times New Roman"/>
              <a:cs typeface="Times New Roman"/>
              <a:sym typeface="Times New Roman"/>
            </a:endParaRPr>
          </a:p>
          <a:p>
            <a:pPr indent="457200" lvl="0" marL="0" rtl="0" algn="l">
              <a:spcBef>
                <a:spcPts val="900"/>
              </a:spcBef>
              <a:spcAft>
                <a:spcPts val="0"/>
              </a:spcAft>
              <a:buNone/>
            </a:pPr>
            <a:r>
              <a:rPr lang="en" sz="1100">
                <a:solidFill>
                  <a:srgbClr val="273540"/>
                </a:solidFill>
                <a:latin typeface="Times New Roman"/>
                <a:ea typeface="Times New Roman"/>
                <a:cs typeface="Times New Roman"/>
                <a:sym typeface="Times New Roman"/>
              </a:rPr>
              <a:t>The free tier is essential for customer acquisition, the starter tier allows for monetization, the essential tier is the core consumer and the pro tier is for high value consumers. Eat App’s tiered structure involves several pricing dimensions including the subscription fee, covers, SMS messages, and features which heightens complexity. The gross margins can be protected if SMS was priced as a usage based variable. The free tier allows adoption friction to be reduced. Essential’s unlimited covers may capture more value, without the incentive of upgrading to Pro, while the large annual discounts reduce revenue capture. SMS should be moved to usage-based pricing because its variable cost can exceed Eat App’s fixed subscription economics. Large enterprise consumers such as Four Seasons should receive customized contracts as opposed to being placed in the standard tier structure.</a:t>
            </a:r>
            <a:endParaRPr sz="1100">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sz="1100">
              <a:solidFill>
                <a:srgbClr val="273540"/>
              </a:solidFill>
              <a:latin typeface="Times New Roman"/>
              <a:ea typeface="Times New Roman"/>
              <a:cs typeface="Times New Roman"/>
              <a:sym typeface="Times New Roman"/>
            </a:endParaRPr>
          </a:p>
        </p:txBody>
      </p:sp>
      <p:sp>
        <p:nvSpPr>
          <p:cNvPr id="446" name="Google Shape;446;p50"/>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447" name="Google Shape;447;p50"/>
          <p:cNvSpPr txBox="1"/>
          <p:nvPr/>
        </p:nvSpPr>
        <p:spPr>
          <a:xfrm>
            <a:off x="6072350" y="1342975"/>
            <a:ext cx="2960700" cy="188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200">
                <a:solidFill>
                  <a:srgbClr val="273540"/>
                </a:solidFill>
                <a:latin typeface="Times New Roman"/>
                <a:ea typeface="Times New Roman"/>
                <a:cs typeface="Times New Roman"/>
                <a:sym typeface="Times New Roman"/>
              </a:rPr>
              <a:t>Q1. Assess Eat App’s tiered pricing structure, as shown in case Exhibit 7a (free, starter, essential, pro). Are the tiers and price points aligned with the startup’s strategic goals? Would you suggest any changes? </a:t>
            </a:r>
            <a:endParaRPr sz="1200">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sz="1500">
              <a:solidFill>
                <a:srgbClr val="27354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marble (Provided by Getty Images)" id="452" name="Google Shape;452;p51"/>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53" name="Google Shape;453;p51"/>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54" name="Google Shape;454;p51"/>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900"/>
              </a:spcAft>
              <a:buNone/>
            </a:pPr>
            <a:r>
              <a:rPr lang="en" sz="1200">
                <a:solidFill>
                  <a:srgbClr val="273540"/>
                </a:solidFill>
                <a:latin typeface="Times New Roman"/>
                <a:ea typeface="Times New Roman"/>
                <a:cs typeface="Times New Roman"/>
                <a:sym typeface="Times New Roman"/>
              </a:rPr>
              <a:t>Q2. Eat App is losing money on SMSs in many markets. Use the data in case Exhibits 11a and 11b to evaluate the impact of reducing or eliminating SMS quotas in existing tiers, increasing fixed rates, expanding the number of country categories, and switching to cost-based variable pricing. Which strategy do you recommend (if any) and why?</a:t>
            </a:r>
            <a:endParaRPr>
              <a:solidFill>
                <a:schemeClr val="dk1"/>
              </a:solidFill>
              <a:latin typeface="Nunito"/>
              <a:ea typeface="Nunito"/>
              <a:cs typeface="Nunito"/>
              <a:sym typeface="Nunito"/>
            </a:endParaRPr>
          </a:p>
        </p:txBody>
      </p:sp>
      <p:sp>
        <p:nvSpPr>
          <p:cNvPr id="455" name="Google Shape;455;p51"/>
          <p:cNvSpPr txBox="1"/>
          <p:nvPr/>
        </p:nvSpPr>
        <p:spPr>
          <a:xfrm>
            <a:off x="517125" y="997300"/>
            <a:ext cx="4820400" cy="28902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900"/>
              </a:spcBef>
              <a:spcAft>
                <a:spcPts val="0"/>
              </a:spcAft>
              <a:buNone/>
            </a:pPr>
            <a:r>
              <a:rPr lang="en">
                <a:solidFill>
                  <a:srgbClr val="273540"/>
                </a:solidFill>
                <a:latin typeface="Times New Roman"/>
                <a:ea typeface="Times New Roman"/>
                <a:cs typeface="Times New Roman"/>
                <a:sym typeface="Times New Roman"/>
              </a:rPr>
              <a:t>The strategy recommendation </a:t>
            </a:r>
            <a:r>
              <a:rPr lang="en">
                <a:latin typeface="Times New Roman"/>
                <a:ea typeface="Times New Roman"/>
                <a:cs typeface="Times New Roman"/>
                <a:sym typeface="Times New Roman"/>
              </a:rPr>
              <a:t>would be a hybrid strategy: reduce the free SMS quotas by 50% and replace the current two-country pricing categories with five cost-based fixed-price categories. I would not eliminate free SMS, substantially increase subscription prices, or move immediately to fully variable pricing. This gives Eat App a way to improve SMS profitability while maintaining the simple and predictable pricing that would support its product and then lead to a growth strategy. </a:t>
            </a:r>
            <a:endParaRPr>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descr="marble (Provided by Getty Images)" id="460" name="Google Shape;460;p52"/>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61" name="Google Shape;461;p52"/>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62" name="Google Shape;462;p52"/>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73540"/>
              </a:buClr>
              <a:buSzPts val="1200"/>
              <a:buFont typeface="Times New Roman"/>
              <a:buAutoNum type="arabicPeriod"/>
            </a:pPr>
            <a:r>
              <a:rPr lang="en" sz="1200">
                <a:solidFill>
                  <a:srgbClr val="273540"/>
                </a:solidFill>
                <a:latin typeface="Times New Roman"/>
                <a:ea typeface="Times New Roman"/>
                <a:cs typeface="Times New Roman"/>
                <a:sym typeface="Times New Roman"/>
              </a:rPr>
              <a:t>For the option involving lowering SMS quotas, indicate by how much you would consider reducing SMS messages available for free in each tier.</a:t>
            </a:r>
            <a:endParaRPr sz="1200">
              <a:solidFill>
                <a:srgbClr val="273540"/>
              </a:solidFill>
              <a:latin typeface="Times New Roman"/>
              <a:ea typeface="Times New Roman"/>
              <a:cs typeface="Times New Roman"/>
              <a:sym typeface="Times New Roman"/>
            </a:endParaRPr>
          </a:p>
          <a:p>
            <a:pPr indent="0" lvl="0" marL="0" rtl="0" algn="l">
              <a:lnSpc>
                <a:spcPct val="115000"/>
              </a:lnSpc>
              <a:spcBef>
                <a:spcPts val="900"/>
              </a:spcBef>
              <a:spcAft>
                <a:spcPts val="900"/>
              </a:spcAft>
              <a:buNone/>
            </a:pPr>
            <a:r>
              <a:t/>
            </a:r>
            <a:endParaRPr sz="1200">
              <a:solidFill>
                <a:srgbClr val="273540"/>
              </a:solidFill>
              <a:latin typeface="Times New Roman"/>
              <a:ea typeface="Times New Roman"/>
              <a:cs typeface="Times New Roman"/>
              <a:sym typeface="Times New Roman"/>
            </a:endParaRPr>
          </a:p>
        </p:txBody>
      </p:sp>
      <p:sp>
        <p:nvSpPr>
          <p:cNvPr id="463" name="Google Shape;463;p52"/>
          <p:cNvSpPr txBox="1"/>
          <p:nvPr/>
        </p:nvSpPr>
        <p:spPr>
          <a:xfrm>
            <a:off x="517125" y="997300"/>
            <a:ext cx="4820400" cy="28902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900"/>
              </a:spcBef>
              <a:spcAft>
                <a:spcPts val="0"/>
              </a:spcAft>
              <a:buNone/>
            </a:pPr>
            <a:r>
              <a:rPr lang="en">
                <a:solidFill>
                  <a:srgbClr val="273540"/>
                </a:solidFill>
                <a:latin typeface="Times New Roman"/>
                <a:ea typeface="Times New Roman"/>
                <a:cs typeface="Times New Roman"/>
                <a:sym typeface="Times New Roman"/>
              </a:rPr>
              <a:t>The free SMS allowance would be reduced by 50% amongst each subscription tier. The reduction would decrease Eat App’s exposure to SMS costs while maintaining the value proposition associated with SMS. The significant variation in SMS costs across countries (Exhibit llb) reduces the free allowance which is important in high cost markets. The option of retaining free SMS as opposed to eliminating the option, preserves the attractiveness and simplicity of the pre-existing tiers.</a:t>
            </a:r>
            <a:endParaRPr>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rgbClr val="27354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3"/>
          <p:cNvSpPr/>
          <p:nvPr>
            <p:ph idx="2" type="pic"/>
          </p:nvPr>
        </p:nvSpPr>
        <p:spPr>
          <a:xfrm rot="-5400000">
            <a:off x="5139125" y="859575"/>
            <a:ext cx="4863600" cy="3144900"/>
          </a:xfrm>
          <a:prstGeom prst="round2SameRect">
            <a:avLst>
              <a:gd fmla="val 16667" name="adj1"/>
              <a:gd fmla="val 0" name="adj2"/>
            </a:avLst>
          </a:prstGeom>
        </p:spPr>
      </p:sp>
      <p:sp>
        <p:nvSpPr>
          <p:cNvPr id="469" name="Google Shape;469;p53"/>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70" name="Google Shape;470;p53"/>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71" name="Google Shape;471;p53"/>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72" name="Google Shape;472;p53"/>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900"/>
              </a:spcAft>
              <a:buNone/>
            </a:pPr>
            <a:r>
              <a:rPr lang="en" sz="1200">
                <a:solidFill>
                  <a:srgbClr val="273540"/>
                </a:solidFill>
                <a:latin typeface="Times New Roman"/>
                <a:ea typeface="Times New Roman"/>
                <a:cs typeface="Times New Roman"/>
                <a:sym typeface="Times New Roman"/>
              </a:rPr>
              <a:t>Q2b. </a:t>
            </a:r>
            <a:r>
              <a:rPr lang="en" sz="1200">
                <a:solidFill>
                  <a:srgbClr val="273540"/>
                </a:solidFill>
                <a:latin typeface="Times New Roman"/>
                <a:ea typeface="Times New Roman"/>
                <a:cs typeface="Times New Roman"/>
                <a:sym typeface="Times New Roman"/>
              </a:rPr>
              <a:t>To evaluate the option involving adjusting fixed-rate category pricing, use the information in Exhibit 11b and propose up to 5 categories to classify the countries listed; indicate the price you propose per message in each category.</a:t>
            </a:r>
            <a:endParaRPr>
              <a:solidFill>
                <a:schemeClr val="dk1"/>
              </a:solidFill>
              <a:latin typeface="Nunito"/>
              <a:ea typeface="Nunito"/>
              <a:cs typeface="Nunito"/>
              <a:sym typeface="Nunito"/>
            </a:endParaRPr>
          </a:p>
        </p:txBody>
      </p:sp>
      <p:sp>
        <p:nvSpPr>
          <p:cNvPr id="473" name="Google Shape;473;p53"/>
          <p:cNvSpPr txBox="1"/>
          <p:nvPr/>
        </p:nvSpPr>
        <p:spPr>
          <a:xfrm>
            <a:off x="475500" y="730825"/>
            <a:ext cx="4820400" cy="289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200">
                <a:solidFill>
                  <a:srgbClr val="273540"/>
                </a:solidFill>
                <a:latin typeface="Times New Roman"/>
                <a:ea typeface="Times New Roman"/>
                <a:cs typeface="Times New Roman"/>
                <a:sym typeface="Times New Roman"/>
              </a:rPr>
              <a:t> </a:t>
            </a:r>
            <a:r>
              <a:rPr lang="en">
                <a:latin typeface="Times New Roman"/>
                <a:ea typeface="Times New Roman"/>
                <a:cs typeface="Times New Roman"/>
                <a:sym typeface="Times New Roman"/>
              </a:rPr>
              <a:t>Exhibit 11b shows that Eat App’s current fixed-rate system doesn't adequately reflect the large differences in SMS costs across countries. Average SMS costs range from $0.01 in the United States to $0.57 in Russia, while Eat App generally charges only $0.06 or $0.10 per message. This causes substantial losses in high-cost markets such as Indonesia, Pakistan, Kuwait, and Russia.</a:t>
            </a:r>
            <a:endParaRPr>
              <a:latin typeface="Times New Roman"/>
              <a:ea typeface="Times New Roman"/>
              <a:cs typeface="Times New Roman"/>
              <a:sym typeface="Times New Roman"/>
            </a:endParaRPr>
          </a:p>
          <a:p>
            <a:pPr indent="0" lvl="0" marL="0" rtl="0" algn="l">
              <a:lnSpc>
                <a:spcPct val="115000"/>
              </a:lnSpc>
              <a:spcBef>
                <a:spcPts val="900"/>
              </a:spcBef>
              <a:spcAft>
                <a:spcPts val="0"/>
              </a:spcAft>
              <a:buNone/>
            </a:pPr>
            <a:r>
              <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a:latin typeface="Times New Roman"/>
                <a:ea typeface="Times New Roman"/>
                <a:cs typeface="Times New Roman"/>
                <a:sym typeface="Times New Roman"/>
              </a:rPr>
              <a:t>To improve profitability while keeping pricing relatively simple for customers, I would expand the current two-category structure to five categories based on average SMS cost: </a:t>
            </a:r>
            <a:r>
              <a:rPr lang="en">
                <a:latin typeface="Times New Roman"/>
                <a:ea typeface="Times New Roman"/>
                <a:cs typeface="Times New Roman"/>
                <a:sym typeface="Times New Roman"/>
              </a:rPr>
              <a:t>(next slide)</a:t>
            </a:r>
            <a:endParaRPr>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4"/>
          <p:cNvSpPr/>
          <p:nvPr>
            <p:ph idx="2" type="pic"/>
          </p:nvPr>
        </p:nvSpPr>
        <p:spPr>
          <a:xfrm rot="-5400000">
            <a:off x="5139125" y="859575"/>
            <a:ext cx="4863600" cy="3144900"/>
          </a:xfrm>
          <a:prstGeom prst="round2SameRect">
            <a:avLst>
              <a:gd fmla="val 16667" name="adj1"/>
              <a:gd fmla="val 0" name="adj2"/>
            </a:avLst>
          </a:prstGeom>
        </p:spPr>
      </p:sp>
      <p:sp>
        <p:nvSpPr>
          <p:cNvPr id="479" name="Google Shape;479;p54"/>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80" name="Google Shape;480;p54"/>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81" name="Google Shape;481;p54"/>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82" name="Google Shape;482;p54"/>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900"/>
              </a:spcAft>
              <a:buNone/>
            </a:pPr>
            <a:r>
              <a:rPr lang="en" sz="1200">
                <a:solidFill>
                  <a:srgbClr val="273540"/>
                </a:solidFill>
                <a:latin typeface="Times New Roman"/>
                <a:ea typeface="Times New Roman"/>
                <a:cs typeface="Times New Roman"/>
                <a:sym typeface="Times New Roman"/>
              </a:rPr>
              <a:t>Q2b. </a:t>
            </a:r>
            <a:r>
              <a:rPr lang="en" sz="1200">
                <a:solidFill>
                  <a:srgbClr val="273540"/>
                </a:solidFill>
                <a:latin typeface="Times New Roman"/>
                <a:ea typeface="Times New Roman"/>
                <a:cs typeface="Times New Roman"/>
                <a:sym typeface="Times New Roman"/>
              </a:rPr>
              <a:t>To evaluate the option involving adjusting fixed-rate category pricing, use the information in Exhibit 11b and propose up to 5 categories to classify the countries listed; indicate the price you propose per message in each category.</a:t>
            </a:r>
            <a:endParaRPr>
              <a:solidFill>
                <a:schemeClr val="dk1"/>
              </a:solidFill>
              <a:latin typeface="Nunito"/>
              <a:ea typeface="Nunito"/>
              <a:cs typeface="Nunito"/>
              <a:sym typeface="Nunito"/>
            </a:endParaRPr>
          </a:p>
        </p:txBody>
      </p:sp>
      <p:pic>
        <p:nvPicPr>
          <p:cNvPr id="483" name="Google Shape;483;p54" title="Screenshot 2026-09-16 at 10.32.15 PM.png"/>
          <p:cNvPicPr preferRelativeResize="0"/>
          <p:nvPr/>
        </p:nvPicPr>
        <p:blipFill>
          <a:blip r:embed="rId4">
            <a:alphaModFix/>
          </a:blip>
          <a:stretch>
            <a:fillRect/>
          </a:stretch>
        </p:blipFill>
        <p:spPr>
          <a:xfrm>
            <a:off x="283475" y="394275"/>
            <a:ext cx="5198450" cy="29306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5"/>
          <p:cNvSpPr/>
          <p:nvPr>
            <p:ph idx="2" type="pic"/>
          </p:nvPr>
        </p:nvSpPr>
        <p:spPr>
          <a:xfrm rot="-5400000">
            <a:off x="5139125" y="859575"/>
            <a:ext cx="4863600" cy="3144900"/>
          </a:xfrm>
          <a:prstGeom prst="round2SameRect">
            <a:avLst>
              <a:gd fmla="val 16667" name="adj1"/>
              <a:gd fmla="val 0" name="adj2"/>
            </a:avLst>
          </a:prstGeom>
        </p:spPr>
      </p:sp>
      <p:sp>
        <p:nvSpPr>
          <p:cNvPr id="489" name="Google Shape;489;p55"/>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90" name="Google Shape;490;p55"/>
          <p:cNvSpPr/>
          <p:nvPr>
            <p:ph idx="2" type="pic"/>
          </p:nvPr>
        </p:nvSpPr>
        <p:spPr>
          <a:xfrm rot="-5400000">
            <a:off x="5139125" y="859575"/>
            <a:ext cx="4863600" cy="3144900"/>
          </a:xfrm>
          <a:prstGeom prst="round2SameRect">
            <a:avLst>
              <a:gd fmla="val 16667" name="adj1"/>
              <a:gd fmla="val 0" name="adj2"/>
            </a:avLst>
          </a:prstGeom>
        </p:spPr>
      </p:sp>
      <p:sp>
        <p:nvSpPr>
          <p:cNvPr id="491" name="Google Shape;491;p55"/>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92" name="Google Shape;492;p55"/>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93" name="Google Shape;493;p55"/>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94" name="Google Shape;494;p55"/>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900"/>
              </a:spcAft>
              <a:buNone/>
            </a:pPr>
            <a:r>
              <a:rPr lang="en" sz="1200">
                <a:solidFill>
                  <a:srgbClr val="273540"/>
                </a:solidFill>
                <a:latin typeface="Times New Roman"/>
                <a:ea typeface="Times New Roman"/>
                <a:cs typeface="Times New Roman"/>
                <a:sym typeface="Times New Roman"/>
              </a:rPr>
              <a:t>Q2b. To evaluate the option involving adjusting fixed-rate category pricing, use the information in Exhibit 11b and propose up to 5 categories to classify the countries listed; indicate the price you propose per message in each category.</a:t>
            </a:r>
            <a:endParaRPr>
              <a:solidFill>
                <a:schemeClr val="dk1"/>
              </a:solidFill>
              <a:latin typeface="Nunito"/>
              <a:ea typeface="Nunito"/>
              <a:cs typeface="Nunito"/>
              <a:sym typeface="Nunito"/>
            </a:endParaRPr>
          </a:p>
        </p:txBody>
      </p:sp>
      <p:sp>
        <p:nvSpPr>
          <p:cNvPr id="495" name="Google Shape;495;p55"/>
          <p:cNvSpPr txBox="1"/>
          <p:nvPr/>
        </p:nvSpPr>
        <p:spPr>
          <a:xfrm>
            <a:off x="410875" y="407625"/>
            <a:ext cx="4820400" cy="394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sz="1200">
                <a:solidFill>
                  <a:srgbClr val="273540"/>
                </a:solidFill>
                <a:latin typeface="Times New Roman"/>
                <a:ea typeface="Times New Roman"/>
                <a:cs typeface="Times New Roman"/>
                <a:sym typeface="Times New Roman"/>
              </a:rPr>
              <a:t> 	</a:t>
            </a:r>
            <a:r>
              <a:rPr lang="en" sz="1200">
                <a:latin typeface="Times New Roman"/>
                <a:ea typeface="Times New Roman"/>
                <a:cs typeface="Times New Roman"/>
                <a:sym typeface="Times New Roman"/>
              </a:rPr>
              <a:t>The proposed prices are designed around Eat App’s goal of earning approximately a 50% gross margin on messaging, meaning the selling price should generally be about twice the underlying SMS cost. The highest-cost country within each category is used as a guide so that Eat App is less likely to lose money within that group. Exhibit 11b shows, for example, that Russia costs Eat App $0.57 per SMS even though customers are currently charged only $0.10, while Pakistan and Indonesia cost approximately $0.35-$0.36 despite a current price of $0.06.</a:t>
            </a:r>
            <a:endParaRPr sz="1200">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 sz="1200">
                <a:latin typeface="Times New Roman"/>
                <a:ea typeface="Times New Roman"/>
                <a:cs typeface="Times New Roman"/>
                <a:sym typeface="Times New Roman"/>
              </a:rPr>
              <a:t>I recommended replacing Eat App’s current two-category SMS pricing system with five categories based on the average cost of sending messages in each country. This approach better aligns customer prices with Eat App’s actual telecom costs and reduces the likelihood of losses in expensive markets. At the same time, using five categories instead of fully variable pricing preserves relatively simple and predictable pricing for restaurants. The proposed pricing of $0.06, $0.12, $0.20, $0.36 and $1.14 per SMS provides a clearer connection between cost and price while helping Eat App move closer to its target messaging margin.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descr="marble (Provided by Getty Images)" id="500" name="Google Shape;500;p56"/>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501" name="Google Shape;501;p56"/>
          <p:cNvSpPr txBox="1"/>
          <p:nvPr>
            <p:ph idx="3" type="body"/>
          </p:nvPr>
        </p:nvSpPr>
        <p:spPr>
          <a:xfrm>
            <a:off x="243625" y="475500"/>
            <a:ext cx="5388000" cy="3096900"/>
          </a:xfrm>
          <a:prstGeom prst="rect">
            <a:avLst/>
          </a:prstGeom>
        </p:spPr>
        <p:txBody>
          <a:bodyPr anchorCtr="0" anchor="t" bIns="0" lIns="0" spcFirstLastPara="1" rIns="0" wrap="square" tIns="0">
            <a:noAutofit/>
          </a:bodyPr>
          <a:lstStyle/>
          <a:p>
            <a:pPr indent="0" lvl="0" marL="0" rtl="0" algn="l">
              <a:spcBef>
                <a:spcPts val="1400"/>
              </a:spcBef>
              <a:spcAft>
                <a:spcPts val="0"/>
              </a:spcAft>
              <a:buNone/>
            </a:pPr>
            <a:r>
              <a:rPr b="1" lang="en" sz="1300">
                <a:solidFill>
                  <a:srgbClr val="000000"/>
                </a:solidFill>
                <a:latin typeface="Times New Roman"/>
                <a:ea typeface="Times New Roman"/>
                <a:cs typeface="Times New Roman"/>
                <a:sym typeface="Times New Roman"/>
              </a:rPr>
              <a:t>Middle East</a:t>
            </a:r>
            <a:endParaRPr b="1" sz="13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WhatsApp cost: </a:t>
            </a:r>
            <a:r>
              <a:rPr b="1" lang="en" sz="1100">
                <a:solidFill>
                  <a:srgbClr val="000000"/>
                </a:solidFill>
                <a:latin typeface="Times New Roman"/>
                <a:ea typeface="Times New Roman"/>
                <a:cs typeface="Times New Roman"/>
                <a:sym typeface="Times New Roman"/>
              </a:rPr>
              <a:t>$0.0244 per conversation</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SMS cost: </a:t>
            </a:r>
            <a:r>
              <a:rPr b="1" lang="en" sz="1100">
                <a:solidFill>
                  <a:srgbClr val="000000"/>
                </a:solidFill>
                <a:latin typeface="Times New Roman"/>
                <a:ea typeface="Times New Roman"/>
                <a:cs typeface="Times New Roman"/>
                <a:sym typeface="Times New Roman"/>
              </a:rPr>
              <a:t>$0.0457 per message</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WhatsApp is approximately </a:t>
            </a:r>
            <a:r>
              <a:rPr b="1" lang="en" sz="1100">
                <a:solidFill>
                  <a:srgbClr val="000000"/>
                </a:solidFill>
                <a:latin typeface="Times New Roman"/>
                <a:ea typeface="Times New Roman"/>
                <a:cs typeface="Times New Roman"/>
                <a:sym typeface="Times New Roman"/>
              </a:rPr>
              <a:t>47% cheaper</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Q2 SMS prices range from </a:t>
            </a:r>
            <a:r>
              <a:rPr b="1" lang="en" sz="1100">
                <a:solidFill>
                  <a:srgbClr val="000000"/>
                </a:solidFill>
                <a:latin typeface="Times New Roman"/>
                <a:ea typeface="Times New Roman"/>
                <a:cs typeface="Times New Roman"/>
                <a:sym typeface="Times New Roman"/>
              </a:rPr>
              <a:t>$0.06 in the UAE to $0.36 in Kuwait</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WhatsApp provides the greatest savings in high-cost SMS markets</a:t>
            </a:r>
            <a:endParaRPr sz="1100">
              <a:solidFill>
                <a:srgbClr val="000000"/>
              </a:solidFill>
              <a:latin typeface="Times New Roman"/>
              <a:ea typeface="Times New Roman"/>
              <a:cs typeface="Times New Roman"/>
              <a:sym typeface="Times New Roman"/>
            </a:endParaRPr>
          </a:p>
          <a:p>
            <a:pPr indent="0" lvl="0" marL="0" rtl="0" algn="l">
              <a:spcBef>
                <a:spcPts val="1400"/>
              </a:spcBef>
              <a:spcAft>
                <a:spcPts val="0"/>
              </a:spcAft>
              <a:buNone/>
            </a:pPr>
            <a:r>
              <a:rPr b="1" lang="en" sz="1300">
                <a:solidFill>
                  <a:srgbClr val="000000"/>
                </a:solidFill>
                <a:latin typeface="Times New Roman"/>
                <a:ea typeface="Times New Roman"/>
                <a:cs typeface="Times New Roman"/>
                <a:sym typeface="Times New Roman"/>
              </a:rPr>
              <a:t>Western Europe</a:t>
            </a:r>
            <a:endParaRPr b="1" sz="13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WhatsApp cost: </a:t>
            </a:r>
            <a:r>
              <a:rPr b="1" lang="en" sz="1100">
                <a:solidFill>
                  <a:srgbClr val="000000"/>
                </a:solidFill>
                <a:latin typeface="Times New Roman"/>
                <a:ea typeface="Times New Roman"/>
                <a:cs typeface="Times New Roman"/>
                <a:sym typeface="Times New Roman"/>
              </a:rPr>
              <a:t>$0.0438 per conversation</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SMS cost: </a:t>
            </a:r>
            <a:r>
              <a:rPr b="1" lang="en" sz="1100">
                <a:solidFill>
                  <a:srgbClr val="000000"/>
                </a:solidFill>
                <a:latin typeface="Times New Roman"/>
                <a:ea typeface="Times New Roman"/>
                <a:cs typeface="Times New Roman"/>
                <a:sym typeface="Times New Roman"/>
              </a:rPr>
              <a:t>$0.0348 per message</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WhatsApp becomes cheaper when it replaces more than </a:t>
            </a:r>
            <a:r>
              <a:rPr b="1" lang="en" sz="1100">
                <a:solidFill>
                  <a:srgbClr val="000000"/>
                </a:solidFill>
                <a:latin typeface="Times New Roman"/>
                <a:ea typeface="Times New Roman"/>
                <a:cs typeface="Times New Roman"/>
                <a:sym typeface="Times New Roman"/>
              </a:rPr>
              <a:t>1.26 SMS messages</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One conversation can cover confirmations, reminders, and reservation changes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Two-way communication reduces staff workload and improves customer convenience</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en" sz="1100">
                <a:solidFill>
                  <a:srgbClr val="000000"/>
                </a:solidFill>
                <a:latin typeface="Times New Roman"/>
                <a:ea typeface="Times New Roman"/>
                <a:cs typeface="Times New Roman"/>
                <a:sym typeface="Times New Roman"/>
              </a:rPr>
              <a:t>Recommendation:</a:t>
            </a:r>
            <a:r>
              <a:rPr lang="en" sz="1100">
                <a:solidFill>
                  <a:srgbClr val="000000"/>
                </a:solidFill>
                <a:latin typeface="Times New Roman"/>
                <a:ea typeface="Times New Roman"/>
                <a:cs typeface="Times New Roman"/>
                <a:sym typeface="Times New Roman"/>
              </a:rPr>
              <a:t> Launch first in the Middle East, then expand into Western Europe for reservations that require multiple messages.</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solidFill>
                <a:srgbClr val="000000"/>
              </a:solidFill>
              <a:latin typeface="Times New Roman"/>
              <a:ea typeface="Times New Roman"/>
              <a:cs typeface="Times New Roman"/>
              <a:sym typeface="Times New Roman"/>
            </a:endParaRPr>
          </a:p>
        </p:txBody>
      </p:sp>
      <p:sp>
        <p:nvSpPr>
          <p:cNvPr id="502" name="Google Shape;502;p56"/>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3</a:t>
            </a:r>
            <a:endParaRPr>
              <a:latin typeface="Times New Roman"/>
              <a:ea typeface="Times New Roman"/>
              <a:cs typeface="Times New Roman"/>
              <a:sym typeface="Times New Roman"/>
            </a:endParaRPr>
          </a:p>
        </p:txBody>
      </p:sp>
      <p:sp>
        <p:nvSpPr>
          <p:cNvPr id="503" name="Google Shape;503;p56"/>
          <p:cNvSpPr txBox="1"/>
          <p:nvPr/>
        </p:nvSpPr>
        <p:spPr>
          <a:xfrm>
            <a:off x="6125975" y="1426475"/>
            <a:ext cx="2958300" cy="158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a:solidFill>
                  <a:srgbClr val="273540"/>
                </a:solidFill>
                <a:latin typeface="Times New Roman"/>
                <a:ea typeface="Times New Roman"/>
                <a:cs typeface="Times New Roman"/>
                <a:sym typeface="Times New Roman"/>
              </a:rPr>
              <a:t>Should Eat App integrate WhatsApp as a lower-cost messaging option? If yes, how should it price and package this feature? Use data in Exhibit 11b and 11c, and focus on the Middle East and Western Europe.</a:t>
            </a:r>
            <a:endParaRPr>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descr="marble (Provided by Getty Images)" id="508" name="Google Shape;508;p57"/>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509" name="Google Shape;509;p57"/>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3</a:t>
            </a:r>
            <a:endParaRPr>
              <a:latin typeface="Times New Roman"/>
              <a:ea typeface="Times New Roman"/>
              <a:cs typeface="Times New Roman"/>
              <a:sym typeface="Times New Roman"/>
            </a:endParaRPr>
          </a:p>
        </p:txBody>
      </p:sp>
      <p:sp>
        <p:nvSpPr>
          <p:cNvPr id="510" name="Google Shape;510;p57"/>
          <p:cNvSpPr txBox="1"/>
          <p:nvPr/>
        </p:nvSpPr>
        <p:spPr>
          <a:xfrm>
            <a:off x="6125975" y="1426475"/>
            <a:ext cx="2958300" cy="158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
                <a:solidFill>
                  <a:srgbClr val="273540"/>
                </a:solidFill>
                <a:latin typeface="Times New Roman"/>
                <a:ea typeface="Times New Roman"/>
                <a:cs typeface="Times New Roman"/>
                <a:sym typeface="Times New Roman"/>
              </a:rPr>
              <a:t>Should Eat App integrate WhatsApp as a lower-cost messaging option? If yes, how should it price and package this feature? Use data in Exhibit 11b and 11c, and focus on the Middle East and Western Europe.</a:t>
            </a:r>
            <a:endParaRPr>
              <a:solidFill>
                <a:srgbClr val="273540"/>
              </a:solidFill>
              <a:latin typeface="Times New Roman"/>
              <a:ea typeface="Times New Roman"/>
              <a:cs typeface="Times New Roman"/>
              <a:sym typeface="Times New Roman"/>
            </a:endParaRPr>
          </a:p>
          <a:p>
            <a:pPr indent="0" lvl="0" marL="0" rtl="0" algn="l">
              <a:spcBef>
                <a:spcPts val="900"/>
              </a:spcBef>
              <a:spcAft>
                <a:spcPts val="0"/>
              </a:spcAft>
              <a:buNone/>
            </a:pPr>
            <a:r>
              <a:t/>
            </a:r>
            <a:endParaRPr>
              <a:solidFill>
                <a:schemeClr val="dk1"/>
              </a:solidFill>
              <a:latin typeface="Times New Roman"/>
              <a:ea typeface="Times New Roman"/>
              <a:cs typeface="Times New Roman"/>
              <a:sym typeface="Times New Roman"/>
            </a:endParaRPr>
          </a:p>
        </p:txBody>
      </p:sp>
      <p:sp>
        <p:nvSpPr>
          <p:cNvPr id="511" name="Google Shape;511;p57"/>
          <p:cNvSpPr txBox="1"/>
          <p:nvPr/>
        </p:nvSpPr>
        <p:spPr>
          <a:xfrm>
            <a:off x="0" y="0"/>
            <a:ext cx="5866800" cy="53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PROPOSED PRICING</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Middle East</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Service conversation: $0.06</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Marketing conversation: $0.09</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Western Europe</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Service conversation: $0.10</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Marketing conversation: $0.15</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PACKAGING STRATEGY</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 Offer WhatsApp as a paid add-on</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Starter: Pay-as-you-go access</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Essential and Pro: One-time trial of 100 conversations</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Pro: Advanced automation and marketing functions</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Prepaid bundles: Maximum 20% discount</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Gross margin before discounts: Approximately 60%</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Gross margin after maximum discount: Approximately 50%–54%</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CHANNEL STRATEGY</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 Recommend WhatsApp in high-cost SMS markets</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Keep SMS as a fallback channel</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 Accept SMS cannibalization when WhatsApp improves contribution margin</a:t>
            </a:r>
            <a:endParaRPr sz="1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000">
                <a:latin typeface="Times New Roman"/>
                <a:ea typeface="Times New Roman"/>
                <a:cs typeface="Times New Roman"/>
                <a:sym typeface="Times New Roman"/>
              </a:rPr>
              <a:t>WhatsApp complements the five-category SMS pricing strategy and reduces Eat App’s exposure to high messaging costs.</a:t>
            </a:r>
            <a:endParaRPr sz="10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pic>
        <p:nvPicPr>
          <p:cNvPr descr="marble (Provided by Getty Images)" id="516" name="Google Shape;516;p58"/>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517" name="Google Shape;517;p58"/>
          <p:cNvSpPr txBox="1"/>
          <p:nvPr>
            <p:ph idx="3" type="body"/>
          </p:nvPr>
        </p:nvSpPr>
        <p:spPr>
          <a:xfrm>
            <a:off x="0" y="0"/>
            <a:ext cx="6038400" cy="5143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200">
              <a:solidFill>
                <a:srgbClr val="273540"/>
              </a:solidFill>
              <a:highlight>
                <a:srgbClr val="FFFFFF"/>
              </a:highlight>
              <a:latin typeface="Times New Roman"/>
              <a:ea typeface="Times New Roman"/>
              <a:cs typeface="Times New Roman"/>
              <a:sym typeface="Times New Roman"/>
            </a:endParaRPr>
          </a:p>
          <a:p>
            <a:pPr indent="0" lvl="0" marL="0" rtl="0" algn="l">
              <a:spcBef>
                <a:spcPts val="500"/>
              </a:spcBef>
              <a:spcAft>
                <a:spcPts val="0"/>
              </a:spcAft>
              <a:buNone/>
            </a:pPr>
            <a:r>
              <a:rPr lang="en" sz="1200">
                <a:solidFill>
                  <a:srgbClr val="273540"/>
                </a:solidFill>
                <a:highlight>
                  <a:srgbClr val="FFFFFF"/>
                </a:highlight>
                <a:latin typeface="Times New Roman"/>
                <a:ea typeface="Times New Roman"/>
                <a:cs typeface="Times New Roman"/>
                <a:sym typeface="Times New Roman"/>
              </a:rPr>
              <a:t>Based on the information in Exhibit 12, assess the financial potential of Four Seasons switching  to Eat App. How does your recommended pricing factor into the assessment?</a:t>
            </a:r>
            <a:endParaRPr sz="1200">
              <a:solidFill>
                <a:srgbClr val="273540"/>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b="1" lang="en" sz="1300">
                <a:solidFill>
                  <a:srgbClr val="000000"/>
                </a:solidFill>
                <a:latin typeface="Times New Roman"/>
                <a:ea typeface="Times New Roman"/>
                <a:cs typeface="Times New Roman"/>
                <a:sym typeface="Times New Roman"/>
              </a:rPr>
              <a:t>Financial Potential</a:t>
            </a:r>
            <a:endParaRPr b="1" sz="13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625 covers</a:t>
            </a:r>
            <a:r>
              <a:rPr lang="en" sz="1100">
                <a:solidFill>
                  <a:srgbClr val="000000"/>
                </a:solidFill>
                <a:latin typeface="Times New Roman"/>
                <a:ea typeface="Times New Roman"/>
                <a:cs typeface="Times New Roman"/>
                <a:sym typeface="Times New Roman"/>
              </a:rPr>
              <a:t> generated by 6 pilot restaurants over 90 days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Success target: </a:t>
            </a:r>
            <a:r>
              <a:rPr b="1" lang="en" sz="1100">
                <a:solidFill>
                  <a:srgbClr val="000000"/>
                </a:solidFill>
                <a:latin typeface="Times New Roman"/>
                <a:ea typeface="Times New Roman"/>
                <a:cs typeface="Times New Roman"/>
                <a:sym typeface="Times New Roman"/>
              </a:rPr>
              <a:t>688 covers</a:t>
            </a:r>
            <a:r>
              <a:rPr lang="en" sz="1100">
                <a:solidFill>
                  <a:srgbClr val="000000"/>
                </a:solidFill>
                <a:latin typeface="Times New Roman"/>
                <a:ea typeface="Times New Roman"/>
                <a:cs typeface="Times New Roman"/>
                <a:sym typeface="Times New Roman"/>
              </a:rPr>
              <a:t> (+10%)</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Annualized success target: </a:t>
            </a:r>
            <a:r>
              <a:rPr b="1" lang="en" sz="1100">
                <a:solidFill>
                  <a:srgbClr val="000000"/>
                </a:solidFill>
                <a:latin typeface="Times New Roman"/>
                <a:ea typeface="Times New Roman"/>
                <a:cs typeface="Times New Roman"/>
                <a:sym typeface="Times New Roman"/>
              </a:rPr>
              <a:t>2,750 covers</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OpenTable Pro: </a:t>
            </a:r>
            <a:r>
              <a:rPr b="1" lang="en" sz="1100">
                <a:solidFill>
                  <a:srgbClr val="000000"/>
                </a:solidFill>
                <a:latin typeface="Times New Roman"/>
                <a:ea typeface="Times New Roman"/>
                <a:cs typeface="Times New Roman"/>
                <a:sym typeface="Times New Roman"/>
              </a:rPr>
              <a:t>$449/month</a:t>
            </a:r>
            <a:r>
              <a:rPr lang="en" sz="1100">
                <a:solidFill>
                  <a:srgbClr val="000000"/>
                </a:solidFill>
                <a:latin typeface="Times New Roman"/>
                <a:ea typeface="Times New Roman"/>
                <a:cs typeface="Times New Roman"/>
                <a:sym typeface="Times New Roman"/>
              </a:rPr>
              <a:t> + </a:t>
            </a:r>
            <a:r>
              <a:rPr b="1" lang="en" sz="1100">
                <a:solidFill>
                  <a:srgbClr val="000000"/>
                </a:solidFill>
                <a:latin typeface="Times New Roman"/>
                <a:ea typeface="Times New Roman"/>
                <a:cs typeface="Times New Roman"/>
                <a:sym typeface="Times New Roman"/>
              </a:rPr>
              <a:t>$1 per cover</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OpenTable annual cost:</a:t>
            </a:r>
            <a:endParaRPr sz="1100">
              <a:solidFill>
                <a:srgbClr val="000000"/>
              </a:solidFill>
              <a:latin typeface="Times New Roman"/>
              <a:ea typeface="Times New Roman"/>
              <a:cs typeface="Times New Roman"/>
              <a:sym typeface="Times New Roman"/>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Subscription: </a:t>
            </a:r>
            <a:r>
              <a:rPr b="1" lang="en" sz="1100">
                <a:solidFill>
                  <a:srgbClr val="000000"/>
                </a:solidFill>
                <a:latin typeface="Times New Roman"/>
                <a:ea typeface="Times New Roman"/>
                <a:cs typeface="Times New Roman"/>
                <a:sym typeface="Times New Roman"/>
              </a:rPr>
              <a:t>$22,630</a:t>
            </a:r>
            <a:endParaRPr b="1" sz="1100">
              <a:solidFill>
                <a:srgbClr val="000000"/>
              </a:solidFill>
              <a:latin typeface="Times New Roman"/>
              <a:ea typeface="Times New Roman"/>
              <a:cs typeface="Times New Roman"/>
              <a:sym typeface="Times New Roman"/>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Cover fees: </a:t>
            </a:r>
            <a:r>
              <a:rPr b="1" lang="en" sz="1100">
                <a:solidFill>
                  <a:srgbClr val="000000"/>
                </a:solidFill>
                <a:latin typeface="Times New Roman"/>
                <a:ea typeface="Times New Roman"/>
                <a:cs typeface="Times New Roman"/>
                <a:sym typeface="Times New Roman"/>
              </a:rPr>
              <a:t>$2,750</a:t>
            </a:r>
            <a:endParaRPr b="1" sz="1100">
              <a:solidFill>
                <a:srgbClr val="000000"/>
              </a:solidFill>
              <a:latin typeface="Times New Roman"/>
              <a:ea typeface="Times New Roman"/>
              <a:cs typeface="Times New Roman"/>
              <a:sym typeface="Times New Roman"/>
            </a:endParaRPr>
          </a:p>
          <a:p>
            <a:pPr indent="-298450" lvl="1" marL="914400" rtl="0" algn="l">
              <a:spcBef>
                <a:spcPts val="0"/>
              </a:spcBef>
              <a:spcAft>
                <a:spcPts val="0"/>
              </a:spcAft>
              <a:buClr>
                <a:srgbClr val="000000"/>
              </a:buClr>
              <a:buSzPts val="1100"/>
              <a:buFont typeface="Times New Roman"/>
              <a:buChar char="○"/>
            </a:pPr>
            <a:r>
              <a:rPr b="1" lang="en" sz="1100">
                <a:solidFill>
                  <a:srgbClr val="000000"/>
                </a:solidFill>
                <a:latin typeface="Times New Roman"/>
                <a:ea typeface="Times New Roman"/>
                <a:cs typeface="Times New Roman"/>
                <a:sym typeface="Times New Roman"/>
              </a:rPr>
              <a:t>Total: $25,380</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Eat App Pro: </a:t>
            </a:r>
            <a:r>
              <a:rPr b="1" lang="en" sz="1100">
                <a:solidFill>
                  <a:srgbClr val="000000"/>
                </a:solidFill>
                <a:latin typeface="Times New Roman"/>
                <a:ea typeface="Times New Roman"/>
                <a:cs typeface="Times New Roman"/>
                <a:sym typeface="Times New Roman"/>
              </a:rPr>
              <a:t>$229/month</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Eat App annual cost before discount: </a:t>
            </a:r>
            <a:r>
              <a:rPr b="1" lang="en" sz="1100">
                <a:solidFill>
                  <a:srgbClr val="000000"/>
                </a:solidFill>
                <a:latin typeface="Times New Roman"/>
                <a:ea typeface="Times New Roman"/>
                <a:cs typeface="Times New Roman"/>
                <a:sym typeface="Times New Roman"/>
              </a:rPr>
              <a:t>$16,488</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Recommended </a:t>
            </a:r>
            <a:r>
              <a:rPr b="1" lang="en" sz="1100">
                <a:solidFill>
                  <a:srgbClr val="000000"/>
                </a:solidFill>
                <a:latin typeface="Times New Roman"/>
                <a:ea typeface="Times New Roman"/>
                <a:cs typeface="Times New Roman"/>
                <a:sym typeface="Times New Roman"/>
              </a:rPr>
              <a:t>20% volume discount</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Eat App annual cost after discount: </a:t>
            </a:r>
            <a:r>
              <a:rPr b="1" lang="en" sz="1100">
                <a:solidFill>
                  <a:srgbClr val="000000"/>
                </a:solidFill>
                <a:latin typeface="Times New Roman"/>
                <a:ea typeface="Times New Roman"/>
                <a:cs typeface="Times New Roman"/>
                <a:sym typeface="Times New Roman"/>
              </a:rPr>
              <a:t>$13,190</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Provides Four Seasons with a </a:t>
            </a:r>
            <a:r>
              <a:rPr b="1" lang="en" sz="1100">
                <a:solidFill>
                  <a:srgbClr val="000000"/>
                </a:solidFill>
                <a:latin typeface="Times New Roman"/>
                <a:ea typeface="Times New Roman"/>
                <a:cs typeface="Times New Roman"/>
                <a:sym typeface="Times New Roman"/>
              </a:rPr>
              <a:t>cost advantage</a:t>
            </a:r>
            <a:endParaRPr b="1"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400 restaurants could create </a:t>
            </a:r>
            <a:r>
              <a:rPr b="1" lang="en" sz="1100">
                <a:solidFill>
                  <a:srgbClr val="000000"/>
                </a:solidFill>
                <a:latin typeface="Times New Roman"/>
                <a:ea typeface="Times New Roman"/>
                <a:cs typeface="Times New Roman"/>
                <a:sym typeface="Times New Roman"/>
              </a:rPr>
              <a:t>substantial recurring revenue</a:t>
            </a:r>
            <a:r>
              <a:rPr lang="en" sz="1100">
                <a:solidFill>
                  <a:srgbClr val="000000"/>
                </a:solidFill>
                <a:latin typeface="Times New Roman"/>
                <a:ea typeface="Times New Roman"/>
                <a:cs typeface="Times New Roman"/>
                <a:sym typeface="Times New Roman"/>
              </a:rPr>
              <a:t> for Eat App</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500"/>
              </a:spcAft>
              <a:buNone/>
            </a:pPr>
            <a:r>
              <a:t/>
            </a:r>
            <a:endParaRPr sz="1200">
              <a:solidFill>
                <a:srgbClr val="273540"/>
              </a:solidFill>
              <a:highlight>
                <a:srgbClr val="FFFFFF"/>
              </a:highlight>
              <a:latin typeface="Times New Roman"/>
              <a:ea typeface="Times New Roman"/>
              <a:cs typeface="Times New Roman"/>
              <a:sym typeface="Times New Roman"/>
            </a:endParaRPr>
          </a:p>
        </p:txBody>
      </p:sp>
      <p:sp>
        <p:nvSpPr>
          <p:cNvPr id="518" name="Google Shape;518;p58"/>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519" name="Google Shape;519;p58"/>
          <p:cNvSpPr txBox="1"/>
          <p:nvPr/>
        </p:nvSpPr>
        <p:spPr>
          <a:xfrm>
            <a:off x="6227075" y="1592400"/>
            <a:ext cx="2339100" cy="175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0"/>
              </a:spcAft>
              <a:buNone/>
            </a:pPr>
            <a:r>
              <a:rPr lang="en" sz="1200">
                <a:solidFill>
                  <a:srgbClr val="273540"/>
                </a:solidFill>
                <a:latin typeface="Times New Roman"/>
                <a:ea typeface="Times New Roman"/>
                <a:cs typeface="Times New Roman"/>
                <a:sym typeface="Times New Roman"/>
              </a:rPr>
              <a:t>If the Four Seasons pilot succeeds and achieves its targets, how should Eat App structure and price the enterprise deal to entice the hotel chain to switch from OpenTable? Specifically:</a:t>
            </a:r>
            <a:endParaRPr sz="1200">
              <a:solidFill>
                <a:srgbClr val="273540"/>
              </a:solidFill>
              <a:latin typeface="Times New Roman"/>
              <a:ea typeface="Times New Roman"/>
              <a:cs typeface="Times New Roman"/>
              <a:sym typeface="Times New Roman"/>
            </a:endParaRPr>
          </a:p>
          <a:p>
            <a:pPr indent="0" lvl="0" marL="457200" rtl="0" algn="l">
              <a:lnSpc>
                <a:spcPct val="115000"/>
              </a:lnSpc>
              <a:spcBef>
                <a:spcPts val="900"/>
              </a:spcBef>
              <a:spcAft>
                <a:spcPts val="500"/>
              </a:spcAft>
              <a:buNone/>
            </a:pPr>
            <a:r>
              <a:t/>
            </a:r>
            <a:endParaRPr sz="1200">
              <a:solidFill>
                <a:srgbClr val="273540"/>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pic>
        <p:nvPicPr>
          <p:cNvPr descr="marble (Provided by Getty Images)" id="524" name="Google Shape;524;p59"/>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525" name="Google Shape;525;p59"/>
          <p:cNvSpPr txBox="1"/>
          <p:nvPr>
            <p:ph idx="3" type="body"/>
          </p:nvPr>
        </p:nvSpPr>
        <p:spPr>
          <a:xfrm>
            <a:off x="126325" y="1338450"/>
            <a:ext cx="6038400" cy="3993600"/>
          </a:xfrm>
          <a:prstGeom prst="rect">
            <a:avLst/>
          </a:prstGeom>
        </p:spPr>
        <p:txBody>
          <a:bodyPr anchorCtr="0" anchor="t" bIns="0" lIns="0" spcFirstLastPara="1" rIns="0" wrap="square" tIns="0">
            <a:noAutofit/>
          </a:bodyPr>
          <a:lstStyle/>
          <a:p>
            <a:pPr indent="0" lvl="0" marL="0" rtl="0" algn="l">
              <a:spcBef>
                <a:spcPts val="1400"/>
              </a:spcBef>
              <a:spcAft>
                <a:spcPts val="0"/>
              </a:spcAft>
              <a:buNone/>
            </a:pPr>
            <a:r>
              <a:rPr b="1" lang="en" sz="1300">
                <a:solidFill>
                  <a:srgbClr val="000000"/>
                </a:solidFill>
                <a:latin typeface="Times New Roman"/>
                <a:ea typeface="Times New Roman"/>
                <a:cs typeface="Times New Roman"/>
                <a:sym typeface="Times New Roman"/>
              </a:rPr>
              <a:t>Enterprise Tier Flexibility &amp; Discounts</a:t>
            </a:r>
            <a:endParaRPr b="1" sz="13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Flexible tiers:</a:t>
            </a:r>
            <a:r>
              <a:rPr lang="en" sz="1100">
                <a:solidFill>
                  <a:srgbClr val="000000"/>
                </a:solidFill>
                <a:latin typeface="Times New Roman"/>
                <a:ea typeface="Times New Roman"/>
                <a:cs typeface="Times New Roman"/>
                <a:sym typeface="Times New Roman"/>
              </a:rPr>
              <a:t> Restaurants can choose the tier that best fits their size and needs.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Pro:</a:t>
            </a:r>
            <a:r>
              <a:rPr lang="en" sz="1100">
                <a:solidFill>
                  <a:srgbClr val="000000"/>
                </a:solidFill>
                <a:latin typeface="Times New Roman"/>
                <a:ea typeface="Times New Roman"/>
                <a:cs typeface="Times New Roman"/>
                <a:sym typeface="Times New Roman"/>
              </a:rPr>
              <a:t> Recommended for larger, higher-volume restaurants.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Essential:</a:t>
            </a:r>
            <a:r>
              <a:rPr lang="en" sz="1100">
                <a:solidFill>
                  <a:srgbClr val="000000"/>
                </a:solidFill>
                <a:latin typeface="Times New Roman"/>
                <a:ea typeface="Times New Roman"/>
                <a:cs typeface="Times New Roman"/>
                <a:sym typeface="Times New Roman"/>
              </a:rPr>
              <a:t> Appropriate for smaller restaurants.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20% volume discount</a:t>
            </a:r>
            <a:r>
              <a:rPr lang="en" sz="1100">
                <a:solidFill>
                  <a:srgbClr val="000000"/>
                </a:solidFill>
                <a:latin typeface="Times New Roman"/>
                <a:ea typeface="Times New Roman"/>
                <a:cs typeface="Times New Roman"/>
                <a:sym typeface="Times New Roman"/>
              </a:rPr>
              <a:t> across the enterprise agreement.</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Additional 5% discount</a:t>
            </a:r>
            <a:r>
              <a:rPr lang="en" sz="1100">
                <a:solidFill>
                  <a:srgbClr val="000000"/>
                </a:solidFill>
                <a:latin typeface="Times New Roman"/>
                <a:ea typeface="Times New Roman"/>
                <a:cs typeface="Times New Roman"/>
                <a:sym typeface="Times New Roman"/>
              </a:rPr>
              <a:t> for contracts longer than two years.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Flexibility avoids paying for features that every restaurant may not need.</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Longer contracts provide Eat App with more predictable recurring revenue.</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Discounts give Four Seasons an additional incentive to commit to Eat App.</a:t>
            </a:r>
            <a:endParaRPr sz="1100">
              <a:solidFill>
                <a:srgbClr val="000000"/>
              </a:solidFill>
              <a:latin typeface="Times New Roman"/>
              <a:ea typeface="Times New Roman"/>
              <a:cs typeface="Times New Roman"/>
              <a:sym typeface="Times New Roman"/>
            </a:endParaRPr>
          </a:p>
        </p:txBody>
      </p:sp>
      <p:sp>
        <p:nvSpPr>
          <p:cNvPr id="526" name="Google Shape;526;p59"/>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527" name="Google Shape;527;p59"/>
          <p:cNvSpPr txBox="1"/>
          <p:nvPr/>
        </p:nvSpPr>
        <p:spPr>
          <a:xfrm>
            <a:off x="6417425" y="1010750"/>
            <a:ext cx="2673600" cy="2261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lang="en" sz="1200">
                <a:solidFill>
                  <a:srgbClr val="273540"/>
                </a:solidFill>
                <a:latin typeface="Times New Roman"/>
                <a:ea typeface="Times New Roman"/>
                <a:cs typeface="Times New Roman"/>
                <a:sym typeface="Times New Roman"/>
              </a:rPr>
              <a:t>Should all onboarded restaurants be required to be on the Pro tier, or should flexibility be allowed per restaurant? What volume discount do you recommend? Would you offer further discounts for extending the contract beyond two years?</a:t>
            </a:r>
            <a:endParaRPr sz="1200">
              <a:solidFill>
                <a:srgbClr val="273540"/>
              </a:solidFill>
              <a:highlight>
                <a:srgbClr val="FFFFFF"/>
              </a:highlight>
            </a:endParaRPr>
          </a:p>
          <a:p>
            <a:pPr indent="0" lvl="0" marL="0" rtl="0" algn="ctr">
              <a:lnSpc>
                <a:spcPct val="115000"/>
              </a:lnSpc>
              <a:spcBef>
                <a:spcPts val="900"/>
              </a:spcBef>
              <a:spcAft>
                <a:spcPts val="900"/>
              </a:spcAft>
              <a:buNone/>
            </a:pPr>
            <a:r>
              <a:t/>
            </a:r>
            <a:endParaRPr sz="1700">
              <a:solidFill>
                <a:srgbClr val="27354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marble (Provided by Getty Images)" id="532" name="Google Shape;532;p60"/>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533" name="Google Shape;533;p60"/>
          <p:cNvSpPr txBox="1"/>
          <p:nvPr>
            <p:ph idx="3" type="body"/>
          </p:nvPr>
        </p:nvSpPr>
        <p:spPr>
          <a:xfrm>
            <a:off x="126325" y="188675"/>
            <a:ext cx="5820300" cy="5143500"/>
          </a:xfrm>
          <a:prstGeom prst="rect">
            <a:avLst/>
          </a:prstGeom>
        </p:spPr>
        <p:txBody>
          <a:bodyPr anchorCtr="0" anchor="t" bIns="0" lIns="0" spcFirstLastPara="1" rIns="0" wrap="square" tIns="0">
            <a:noAutofit/>
          </a:bodyPr>
          <a:lstStyle/>
          <a:p>
            <a:pPr indent="0" lvl="0" marL="0" rtl="0" algn="l">
              <a:spcBef>
                <a:spcPts val="900"/>
              </a:spcBef>
              <a:spcAft>
                <a:spcPts val="0"/>
              </a:spcAft>
              <a:buNone/>
            </a:pPr>
            <a:r>
              <a:t/>
            </a:r>
            <a:endParaRPr sz="1200">
              <a:solidFill>
                <a:srgbClr val="273540"/>
              </a:solidFill>
              <a:highlight>
                <a:srgbClr val="FFFFFF"/>
              </a:highlight>
              <a:latin typeface="Times New Roman"/>
              <a:ea typeface="Times New Roman"/>
              <a:cs typeface="Times New Roman"/>
              <a:sym typeface="Times New Roman"/>
            </a:endParaRPr>
          </a:p>
          <a:p>
            <a:pPr indent="0" lvl="0" marL="0" rtl="0" algn="l">
              <a:spcBef>
                <a:spcPts val="900"/>
              </a:spcBef>
              <a:spcAft>
                <a:spcPts val="0"/>
              </a:spcAft>
              <a:buNone/>
            </a:pPr>
            <a:r>
              <a:rPr lang="en" sz="1200">
                <a:solidFill>
                  <a:srgbClr val="273540"/>
                </a:solidFill>
                <a:highlight>
                  <a:srgbClr val="FFFFFF"/>
                </a:highlight>
                <a:latin typeface="Times New Roman"/>
                <a:ea typeface="Times New Roman"/>
                <a:cs typeface="Times New Roman"/>
                <a:sym typeface="Times New Roman"/>
              </a:rPr>
              <a:t> </a:t>
            </a:r>
            <a:endParaRPr sz="1200">
              <a:solidFill>
                <a:srgbClr val="273540"/>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b="1" lang="en" sz="1300">
                <a:solidFill>
                  <a:srgbClr val="000000"/>
                </a:solidFill>
                <a:latin typeface="Times New Roman"/>
                <a:ea typeface="Times New Roman"/>
                <a:cs typeface="Times New Roman"/>
                <a:sym typeface="Times New Roman"/>
              </a:rPr>
              <a:t>Integrations &amp; Overall Enterprise Offer</a:t>
            </a:r>
            <a:endParaRPr b="1" sz="13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Standard PMS integrations:</a:t>
            </a:r>
            <a:r>
              <a:rPr lang="en" sz="1100">
                <a:solidFill>
                  <a:srgbClr val="000000"/>
                </a:solidFill>
                <a:latin typeface="Times New Roman"/>
                <a:ea typeface="Times New Roman"/>
                <a:cs typeface="Times New Roman"/>
                <a:sym typeface="Times New Roman"/>
              </a:rPr>
              <a:t> Include them in the enterprise package because they are important for Four Seasons.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Custom integrations:</a:t>
            </a:r>
            <a:r>
              <a:rPr lang="en" sz="1100">
                <a:solidFill>
                  <a:srgbClr val="000000"/>
                </a:solidFill>
                <a:latin typeface="Times New Roman"/>
                <a:ea typeface="Times New Roman"/>
                <a:cs typeface="Times New Roman"/>
                <a:sym typeface="Times New Roman"/>
              </a:rPr>
              <a:t> Charge separately for major custom integrations or extensive development work.</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Implementation:</a:t>
            </a:r>
            <a:r>
              <a:rPr lang="en" sz="1100">
                <a:solidFill>
                  <a:srgbClr val="000000"/>
                </a:solidFill>
                <a:latin typeface="Times New Roman"/>
                <a:ea typeface="Times New Roman"/>
                <a:cs typeface="Times New Roman"/>
                <a:sym typeface="Times New Roman"/>
              </a:rPr>
              <a:t> Include standard PMS integration and implementation.</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Times New Roman"/>
                <a:ea typeface="Times New Roman"/>
                <a:cs typeface="Times New Roman"/>
                <a:sym typeface="Times New Roman"/>
              </a:rPr>
              <a:t>Custom development:</a:t>
            </a:r>
            <a:r>
              <a:rPr lang="en" sz="1100">
                <a:solidFill>
                  <a:srgbClr val="000000"/>
                </a:solidFill>
                <a:latin typeface="Times New Roman"/>
                <a:ea typeface="Times New Roman"/>
                <a:cs typeface="Times New Roman"/>
                <a:sym typeface="Times New Roman"/>
              </a:rPr>
              <a:t> Charge a </a:t>
            </a:r>
            <a:r>
              <a:rPr b="1" lang="en" sz="1100">
                <a:solidFill>
                  <a:srgbClr val="000000"/>
                </a:solidFill>
                <a:latin typeface="Times New Roman"/>
                <a:ea typeface="Times New Roman"/>
                <a:cs typeface="Times New Roman"/>
                <a:sym typeface="Times New Roman"/>
              </a:rPr>
              <a:t>one-time implementation fee</a:t>
            </a:r>
            <a:r>
              <a:rPr lang="en" sz="1100">
                <a:solidFill>
                  <a:srgbClr val="000000"/>
                </a:solidFill>
                <a:latin typeface="Times New Roman"/>
                <a:ea typeface="Times New Roman"/>
                <a:cs typeface="Times New Roman"/>
                <a:sym typeface="Times New Roman"/>
              </a:rPr>
              <a:t> for highly customized integrations.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b="1" lang="en" sz="1100">
                <a:solidFill>
                  <a:srgbClr val="000000"/>
                </a:solidFill>
                <a:latin typeface="Times New Roman"/>
                <a:ea typeface="Times New Roman"/>
                <a:cs typeface="Times New Roman"/>
                <a:sym typeface="Times New Roman"/>
              </a:rPr>
              <a:t>Overall offer:</a:t>
            </a:r>
            <a:endParaRPr b="1" sz="1100">
              <a:solidFill>
                <a:srgbClr val="000000"/>
              </a:solidFill>
              <a:latin typeface="Times New Roman"/>
              <a:ea typeface="Times New Roman"/>
              <a:cs typeface="Times New Roman"/>
              <a:sym typeface="Times New Roman"/>
            </a:endParaRPr>
          </a:p>
          <a:p>
            <a:pPr indent="-298450" lvl="1" marL="9144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Flexible tier system</a:t>
            </a:r>
            <a:endParaRPr sz="1100">
              <a:solidFill>
                <a:srgbClr val="000000"/>
              </a:solidFill>
              <a:latin typeface="Times New Roman"/>
              <a:ea typeface="Times New Roman"/>
              <a:cs typeface="Times New Roman"/>
              <a:sym typeface="Times New Roman"/>
            </a:endParaRPr>
          </a:p>
          <a:p>
            <a:pPr indent="-298450" lvl="1" marL="914400" rtl="0" algn="l">
              <a:spcBef>
                <a:spcPts val="0"/>
              </a:spcBef>
              <a:spcAft>
                <a:spcPts val="0"/>
              </a:spcAft>
              <a:buClr>
                <a:srgbClr val="000000"/>
              </a:buClr>
              <a:buSzPts val="1100"/>
              <a:buFont typeface="Times New Roman"/>
              <a:buChar char="○"/>
            </a:pPr>
            <a:r>
              <a:rPr b="1" lang="en" sz="1100">
                <a:solidFill>
                  <a:srgbClr val="000000"/>
                </a:solidFill>
                <a:latin typeface="Times New Roman"/>
                <a:ea typeface="Times New Roman"/>
                <a:cs typeface="Times New Roman"/>
                <a:sym typeface="Times New Roman"/>
              </a:rPr>
              <a:t>20% volume discount</a:t>
            </a:r>
            <a:endParaRPr b="1" sz="1100">
              <a:solidFill>
                <a:srgbClr val="000000"/>
              </a:solidFill>
              <a:latin typeface="Times New Roman"/>
              <a:ea typeface="Times New Roman"/>
              <a:cs typeface="Times New Roman"/>
              <a:sym typeface="Times New Roman"/>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Times New Roman"/>
                <a:ea typeface="Times New Roman"/>
                <a:cs typeface="Times New Roman"/>
                <a:sym typeface="Times New Roman"/>
              </a:rPr>
              <a:t>Additional </a:t>
            </a:r>
            <a:r>
              <a:rPr b="1" lang="en" sz="1100">
                <a:solidFill>
                  <a:srgbClr val="000000"/>
                </a:solidFill>
                <a:latin typeface="Times New Roman"/>
                <a:ea typeface="Times New Roman"/>
                <a:cs typeface="Times New Roman"/>
                <a:sym typeface="Times New Roman"/>
              </a:rPr>
              <a:t>5% discount</a:t>
            </a:r>
            <a:r>
              <a:rPr lang="en" sz="1100">
                <a:solidFill>
                  <a:srgbClr val="000000"/>
                </a:solidFill>
                <a:latin typeface="Times New Roman"/>
                <a:ea typeface="Times New Roman"/>
                <a:cs typeface="Times New Roman"/>
                <a:sym typeface="Times New Roman"/>
              </a:rPr>
              <a:t> for contracts longer than two years</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This approach gives Four Seasons a financial incentive to switch while helping Eat App generate recurring revenue and protect profitability.</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rgbClr val="273540"/>
              </a:solidFill>
              <a:highlight>
                <a:srgbClr val="FFFFFF"/>
              </a:highlight>
              <a:latin typeface="Times New Roman"/>
              <a:ea typeface="Times New Roman"/>
              <a:cs typeface="Times New Roman"/>
              <a:sym typeface="Times New Roman"/>
            </a:endParaRPr>
          </a:p>
          <a:p>
            <a:pPr indent="0" lvl="0" marL="457200" rtl="0" algn="l">
              <a:spcBef>
                <a:spcPts val="500"/>
              </a:spcBef>
              <a:spcAft>
                <a:spcPts val="0"/>
              </a:spcAft>
              <a:buNone/>
            </a:pPr>
            <a:r>
              <a:t/>
            </a:r>
            <a:endParaRPr sz="1200">
              <a:solidFill>
                <a:srgbClr val="273540"/>
              </a:solidFill>
              <a:highlight>
                <a:srgbClr val="FFFFFF"/>
              </a:highlight>
              <a:latin typeface="Times New Roman"/>
              <a:ea typeface="Times New Roman"/>
              <a:cs typeface="Times New Roman"/>
              <a:sym typeface="Times New Roman"/>
            </a:endParaRPr>
          </a:p>
          <a:p>
            <a:pPr indent="0" lvl="0" marL="0" rtl="0" algn="l">
              <a:spcBef>
                <a:spcPts val="50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300">
              <a:solidFill>
                <a:srgbClr val="000000"/>
              </a:solidFill>
              <a:latin typeface="Times New Roman"/>
              <a:ea typeface="Times New Roman"/>
              <a:cs typeface="Times New Roman"/>
              <a:sym typeface="Times New Roman"/>
            </a:endParaRPr>
          </a:p>
        </p:txBody>
      </p:sp>
      <p:sp>
        <p:nvSpPr>
          <p:cNvPr id="534" name="Google Shape;534;p60"/>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535" name="Google Shape;535;p60"/>
          <p:cNvSpPr txBox="1"/>
          <p:nvPr/>
        </p:nvSpPr>
        <p:spPr>
          <a:xfrm>
            <a:off x="6388525" y="1592400"/>
            <a:ext cx="24123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500"/>
              </a:spcAft>
              <a:buNone/>
            </a:pPr>
            <a:r>
              <a:rPr lang="en" sz="1200">
                <a:solidFill>
                  <a:srgbClr val="273540"/>
                </a:solidFill>
                <a:latin typeface="Times New Roman"/>
                <a:ea typeface="Times New Roman"/>
                <a:cs typeface="Times New Roman"/>
                <a:sym typeface="Times New Roman"/>
              </a:rPr>
              <a:t>How should integrations (such as PMS) be handled as part of the offer?</a:t>
            </a:r>
            <a:endParaRPr sz="1700">
              <a:solidFill>
                <a:srgbClr val="27354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arterly business review">
  <a:themeElements>
    <a:clrScheme name="Simple Light">
      <a:dk1>
        <a:srgbClr val="131313"/>
      </a:dk1>
      <a:lt1>
        <a:srgbClr val="FAFAFA"/>
      </a:lt1>
      <a:dk2>
        <a:srgbClr val="B5B5B7"/>
      </a:dk2>
      <a:lt2>
        <a:srgbClr val="EAE1E2"/>
      </a:lt2>
      <a:accent1>
        <a:srgbClr val="7D57AE"/>
      </a:accent1>
      <a:accent2>
        <a:srgbClr val="E8C8C7"/>
      </a:accent2>
      <a:accent3>
        <a:srgbClr val="2F5C7C"/>
      </a:accent3>
      <a:accent4>
        <a:srgbClr val="DECEE8"/>
      </a:accent4>
      <a:accent5>
        <a:srgbClr val="B0BFDE"/>
      </a:accent5>
      <a:accent6>
        <a:srgbClr val="DDEAFB"/>
      </a:accent6>
      <a:hlink>
        <a:srgbClr val="2F5C7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