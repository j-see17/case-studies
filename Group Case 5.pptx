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Manrope Light"/>
      <p:regular r:id="rId12"/>
      <p:bold r:id="rId13"/>
    </p:embeddedFont>
    <p:embeddedFont>
      <p:font typeface="Nunito SemiBold"/>
      <p:regular r:id="rId14"/>
      <p:bold r:id="rId15"/>
      <p:italic r:id="rId16"/>
      <p:boldItalic r:id="rId17"/>
    </p:embeddedFont>
    <p:embeddedFont>
      <p:font typeface="Nunito"/>
      <p:regular r:id="rId18"/>
      <p:bold r:id="rId19"/>
      <p:italic r:id="rId20"/>
      <p:boldItalic r:id="rId21"/>
    </p:embeddedFont>
    <p:embeddedFont>
      <p:font typeface="Manrope SemiBold"/>
      <p:regular r:id="rId22"/>
      <p:bold r:id="rId23"/>
    </p:embeddedFont>
    <p:embeddedFont>
      <p:font typeface="Manrope"/>
      <p:regular r:id="rId24"/>
      <p:bold r:id="rId25"/>
    </p:embeddedFont>
    <p:embeddedFont>
      <p:font typeface="Manrope Medium"/>
      <p:regular r:id="rId26"/>
      <p:bold r:id="rId27"/>
    </p:embeddedFont>
    <p:embeddedFont>
      <p:font typeface="Nunito Medium"/>
      <p:regular r:id="rId28"/>
      <p:bold r:id="rId29"/>
      <p:italic r:id="rId30"/>
      <p:boldItalic r:id="rId31"/>
    </p:embeddedFont>
    <p:embeddedFont>
      <p:font typeface="Nunito Ligh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22" Type="http://schemas.openxmlformats.org/officeDocument/2006/relationships/font" Target="fonts/ManropeSemiBold-regular.fntdata"/><Relationship Id="rId21" Type="http://schemas.openxmlformats.org/officeDocument/2006/relationships/font" Target="fonts/Nunito-boldItalic.fntdata"/><Relationship Id="rId24" Type="http://schemas.openxmlformats.org/officeDocument/2006/relationships/font" Target="fonts/Manrope-regular.fntdata"/><Relationship Id="rId23" Type="http://schemas.openxmlformats.org/officeDocument/2006/relationships/font" Target="fonts/Manrope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anropeMedium-regular.fntdata"/><Relationship Id="rId25" Type="http://schemas.openxmlformats.org/officeDocument/2006/relationships/font" Target="fonts/Manrope-bold.fntdata"/><Relationship Id="rId28" Type="http://schemas.openxmlformats.org/officeDocument/2006/relationships/font" Target="fonts/NunitoMedium-regular.fntdata"/><Relationship Id="rId27" Type="http://schemas.openxmlformats.org/officeDocument/2006/relationships/font" Target="fonts/Manrope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Medium-boldItalic.fntdata"/><Relationship Id="rId30" Type="http://schemas.openxmlformats.org/officeDocument/2006/relationships/font" Target="fonts/NunitoMedium-italic.fntdata"/><Relationship Id="rId11" Type="http://schemas.openxmlformats.org/officeDocument/2006/relationships/slide" Target="slides/slide6.xml"/><Relationship Id="rId33" Type="http://schemas.openxmlformats.org/officeDocument/2006/relationships/font" Target="fonts/NunitoLight-bold.fntdata"/><Relationship Id="rId10" Type="http://schemas.openxmlformats.org/officeDocument/2006/relationships/slide" Target="slides/slide5.xml"/><Relationship Id="rId32" Type="http://schemas.openxmlformats.org/officeDocument/2006/relationships/font" Target="fonts/NunitoLight-regular.fntdata"/><Relationship Id="rId13" Type="http://schemas.openxmlformats.org/officeDocument/2006/relationships/font" Target="fonts/ManropeLight-bold.fntdata"/><Relationship Id="rId35" Type="http://schemas.openxmlformats.org/officeDocument/2006/relationships/font" Target="fonts/NunitoLight-boldItalic.fntdata"/><Relationship Id="rId12" Type="http://schemas.openxmlformats.org/officeDocument/2006/relationships/font" Target="fonts/ManropeLight-regular.fntdata"/><Relationship Id="rId34" Type="http://schemas.openxmlformats.org/officeDocument/2006/relationships/font" Target="fonts/NunitoLight-italic.fntdata"/><Relationship Id="rId15" Type="http://schemas.openxmlformats.org/officeDocument/2006/relationships/font" Target="fonts/NunitoSemiBold-bold.fntdata"/><Relationship Id="rId14" Type="http://schemas.openxmlformats.org/officeDocument/2006/relationships/font" Target="fonts/NunitoSemiBold-regular.fntdata"/><Relationship Id="rId17" Type="http://schemas.openxmlformats.org/officeDocument/2006/relationships/font" Target="fonts/NunitoSemiBold-boldItalic.fntdata"/><Relationship Id="rId16" Type="http://schemas.openxmlformats.org/officeDocument/2006/relationships/font" Target="fonts/NunitoSemiBold-italic.fntdata"/><Relationship Id="rId19" Type="http://schemas.openxmlformats.org/officeDocument/2006/relationships/font" Target="fonts/Nunito-bold.fntdata"/><Relationship Id="rId18" Type="http://schemas.openxmlformats.org/officeDocument/2006/relationships/font" Target="fonts/Nuni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87bd6372e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87bd6372e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f87bd6372e_1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f87bd6372e_1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87bd6372e_1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f87bd6372e_1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b80d37f90_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fb80d37f90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fb80d37f90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fb80d37f90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fbf021c4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fbf021c4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1515000" y="4186450"/>
            <a:ext cx="6649500" cy="960300"/>
          </a:xfrm>
          <a:prstGeom prst="round2SameRect">
            <a:avLst>
              <a:gd fmla="val 31290" name="adj1"/>
              <a:gd fmla="val 0" name="adj2"/>
            </a:avLst>
          </a:prstGeom>
          <a:noFill/>
          <a:ln>
            <a:noFill/>
          </a:ln>
        </p:spPr>
      </p:sp>
      <p:sp>
        <p:nvSpPr>
          <p:cNvPr id="11" name="Google Shape;11;p2"/>
          <p:cNvSpPr/>
          <p:nvPr>
            <p:ph idx="3" type="pic"/>
          </p:nvPr>
        </p:nvSpPr>
        <p:spPr>
          <a:xfrm flipH="1">
            <a:off x="8218223" y="4187925"/>
            <a:ext cx="924300" cy="960300"/>
          </a:xfrm>
          <a:prstGeom prst="round1Rect">
            <a:avLst>
              <a:gd fmla="val 21722" name="adj"/>
            </a:avLst>
          </a:prstGeom>
          <a:noFill/>
          <a:ln>
            <a:noFill/>
          </a:ln>
        </p:spPr>
      </p:sp>
      <p:sp>
        <p:nvSpPr>
          <p:cNvPr id="12" name="Google Shape;12;p2"/>
          <p:cNvSpPr/>
          <p:nvPr>
            <p:ph idx="4" type="pic"/>
          </p:nvPr>
        </p:nvSpPr>
        <p:spPr>
          <a:xfrm rot="10800000">
            <a:off x="1515000" y="-2468"/>
            <a:ext cx="3100200" cy="977700"/>
          </a:xfrm>
          <a:prstGeom prst="round2SameRect">
            <a:avLst>
              <a:gd fmla="val 16667" name="adj1"/>
              <a:gd fmla="val 0" name="adj2"/>
            </a:avLst>
          </a:prstGeom>
          <a:noFill/>
          <a:ln>
            <a:noFill/>
          </a:ln>
        </p:spPr>
      </p:sp>
      <p:sp>
        <p:nvSpPr>
          <p:cNvPr id="13" name="Google Shape;13;p2"/>
          <p:cNvSpPr/>
          <p:nvPr>
            <p:ph idx="5" type="pic"/>
          </p:nvPr>
        </p:nvSpPr>
        <p:spPr>
          <a:xfrm rot="10800000">
            <a:off x="4664725" y="-1868"/>
            <a:ext cx="4477800" cy="977100"/>
          </a:xfrm>
          <a:prstGeom prst="round1Rect">
            <a:avLst>
              <a:gd fmla="val 17079" name="adj"/>
            </a:avLst>
          </a:prstGeom>
          <a:noFill/>
          <a:ln>
            <a:noFill/>
          </a:ln>
        </p:spPr>
      </p:sp>
      <p:sp>
        <p:nvSpPr>
          <p:cNvPr id="14" name="Google Shape;14;p2"/>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chemeClr val="dk1"/>
              </a:buClr>
              <a:buSzPts val="4600"/>
              <a:buFont typeface="Manrope SemiBold"/>
              <a:buNone/>
              <a:defRPr sz="4600">
                <a:latin typeface="Manrope SemiBold"/>
                <a:ea typeface="Manrope SemiBold"/>
                <a:cs typeface="Manrope SemiBold"/>
                <a:sym typeface="Manrope SemiBold"/>
              </a:defRPr>
            </a:lvl1pPr>
            <a:lvl2pPr lvl="1">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2pPr>
            <a:lvl3pPr lvl="2">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3pPr>
            <a:lvl4pPr lvl="3">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4pPr>
            <a:lvl5pPr lvl="4">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5pPr>
            <a:lvl6pPr lvl="5">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6pPr>
            <a:lvl7pPr lvl="6">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7pPr>
            <a:lvl8pPr lvl="7">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8pPr>
            <a:lvl9pPr lvl="8">
              <a:lnSpc>
                <a:spcPct val="90000"/>
              </a:lnSpc>
              <a:spcBef>
                <a:spcPts val="0"/>
              </a:spcBef>
              <a:spcAft>
                <a:spcPts val="0"/>
              </a:spcAft>
              <a:buSzPts val="4600"/>
              <a:buFont typeface="Manrope SemiBold"/>
              <a:buNone/>
              <a:defRPr sz="4600">
                <a:latin typeface="Manrope SemiBold"/>
                <a:ea typeface="Manrope SemiBold"/>
                <a:cs typeface="Manrope SemiBold"/>
                <a:sym typeface="Manrope SemiBold"/>
              </a:defRPr>
            </a:lvl9pPr>
          </a:lstStyle>
          <a:p/>
        </p:txBody>
      </p:sp>
      <p:sp>
        <p:nvSpPr>
          <p:cNvPr id="15" name="Google Shape;15;p2"/>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6" name="Google Shape;16;p2"/>
          <p:cNvSpPr txBox="1"/>
          <p:nvPr>
            <p:ph idx="6" type="subTitle"/>
          </p:nvPr>
        </p:nvSpPr>
        <p:spPr>
          <a:xfrm>
            <a:off x="2238050" y="3068700"/>
            <a:ext cx="5514300" cy="408900"/>
          </a:xfrm>
          <a:prstGeom prst="rect">
            <a:avLst/>
          </a:prstGeom>
        </p:spPr>
        <p:txBody>
          <a:bodyPr anchorCtr="0" anchor="ctr" bIns="0" lIns="0" spcFirstLastPara="1" rIns="0" wrap="square" tIns="0">
            <a:normAutofit/>
          </a:bodyPr>
          <a:lstStyle>
            <a:lvl1pPr lvl="0">
              <a:lnSpc>
                <a:spcPct val="100000"/>
              </a:lnSpc>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Marble texture (Provided by Getty Images)" id="17" name="Google Shape;17;p2"/>
          <p:cNvPicPr preferRelativeResize="0"/>
          <p:nvPr/>
        </p:nvPicPr>
        <p:blipFill rotWithShape="1">
          <a:blip r:embed="rId2">
            <a:alphaModFix/>
          </a:blip>
          <a:srcRect b="8354" l="51184" r="0" t="70762"/>
          <a:stretch/>
        </p:blipFill>
        <p:spPr>
          <a:xfrm>
            <a:off x="0" y="4172200"/>
            <a:ext cx="1464300" cy="971400"/>
          </a:xfrm>
          <a:prstGeom prst="round1Rect">
            <a:avLst>
              <a:gd fmla="val 16667" name="adj"/>
            </a:avLst>
          </a:prstGeom>
          <a:noFill/>
          <a:ln>
            <a:noFill/>
          </a:ln>
        </p:spPr>
      </p:pic>
      <p:sp>
        <p:nvSpPr>
          <p:cNvPr id="18" name="Google Shape;18;p2"/>
          <p:cNvSpPr/>
          <p:nvPr>
            <p:ph idx="7" type="pic"/>
          </p:nvPr>
        </p:nvSpPr>
        <p:spPr>
          <a:xfrm>
            <a:off x="2400" y="4169350"/>
            <a:ext cx="1464300" cy="977100"/>
          </a:xfrm>
          <a:prstGeom prst="round1Rect">
            <a:avLst>
              <a:gd fmla="val 17079"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TITLE_1">
    <p:spTree>
      <p:nvGrpSpPr>
        <p:cNvPr id="19" name="Shape 19"/>
        <p:cNvGrpSpPr/>
        <p:nvPr/>
      </p:nvGrpSpPr>
      <p:grpSpPr>
        <a:xfrm>
          <a:off x="0" y="0"/>
          <a:ext cx="0" cy="0"/>
          <a:chOff x="0" y="0"/>
          <a:chExt cx="0" cy="0"/>
        </a:xfrm>
      </p:grpSpPr>
      <p:sp>
        <p:nvSpPr>
          <p:cNvPr id="20" name="Google Shape;20;p3"/>
          <p:cNvSpPr/>
          <p:nvPr>
            <p:ph idx="2" type="pic"/>
          </p:nvPr>
        </p:nvSpPr>
        <p:spPr>
          <a:xfrm>
            <a:off x="7474525" y="283475"/>
            <a:ext cx="1386000" cy="4860000"/>
          </a:xfrm>
          <a:prstGeom prst="round2SameRect">
            <a:avLst>
              <a:gd fmla="val 16667" name="adj1"/>
              <a:gd fmla="val 0" name="adj2"/>
            </a:avLst>
          </a:prstGeom>
          <a:noFill/>
          <a:ln>
            <a:noFill/>
          </a:ln>
        </p:spPr>
      </p:sp>
      <p:sp>
        <p:nvSpPr>
          <p:cNvPr id="21" name="Google Shape;21;p3"/>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3"/>
          <p:cNvGrpSpPr/>
          <p:nvPr/>
        </p:nvGrpSpPr>
        <p:grpSpPr>
          <a:xfrm>
            <a:off x="283475" y="457201"/>
            <a:ext cx="351960" cy="352044"/>
            <a:chOff x="8489825" y="3576200"/>
            <a:chExt cx="419700" cy="419700"/>
          </a:xfrm>
        </p:grpSpPr>
        <p:sp>
          <p:nvSpPr>
            <p:cNvPr id="23" name="Google Shape;23;p3"/>
            <p:cNvSpPr/>
            <p:nvPr/>
          </p:nvSpPr>
          <p:spPr>
            <a:xfrm>
              <a:off x="8489825" y="3576200"/>
              <a:ext cx="419700" cy="4197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24" name="Google Shape;24;p3"/>
            <p:cNvGrpSpPr/>
            <p:nvPr/>
          </p:nvGrpSpPr>
          <p:grpSpPr>
            <a:xfrm rot="5400000">
              <a:off x="8618161" y="3720599"/>
              <a:ext cx="143075" cy="130896"/>
              <a:chOff x="3091318" y="986129"/>
              <a:chExt cx="694200" cy="635111"/>
            </a:xfrm>
          </p:grpSpPr>
          <p:cxnSp>
            <p:nvCxnSpPr>
              <p:cNvPr id="25" name="Google Shape;25;p3"/>
              <p:cNvCxnSpPr/>
              <p:nvPr/>
            </p:nvCxnSpPr>
            <p:spPr>
              <a:xfrm rot="5400000">
                <a:off x="3149351" y="971579"/>
                <a:ext cx="573000" cy="602100"/>
              </a:xfrm>
              <a:prstGeom prst="straightConnector1">
                <a:avLst/>
              </a:prstGeom>
              <a:noFill/>
              <a:ln cap="flat" cmpd="sng" w="19050">
                <a:solidFill>
                  <a:schemeClr val="lt1"/>
                </a:solidFill>
                <a:prstDash val="solid"/>
                <a:round/>
                <a:headEnd len="sm" w="sm" type="none"/>
                <a:tailEnd len="sm" w="sm" type="none"/>
              </a:ln>
            </p:spPr>
          </p:cxnSp>
          <p:cxnSp>
            <p:nvCxnSpPr>
              <p:cNvPr id="26" name="Google Shape;26;p3"/>
              <p:cNvCxnSpPr/>
              <p:nvPr/>
            </p:nvCxnSpPr>
            <p:spPr>
              <a:xfrm>
                <a:off x="3438418" y="639095"/>
                <a:ext cx="0" cy="694200"/>
              </a:xfrm>
              <a:prstGeom prst="straightConnector1">
                <a:avLst/>
              </a:prstGeom>
              <a:noFill/>
              <a:ln cap="flat" cmpd="sng" w="19050">
                <a:solidFill>
                  <a:schemeClr val="lt1"/>
                </a:solidFill>
                <a:prstDash val="solid"/>
                <a:round/>
                <a:headEnd len="sm" w="sm" type="none"/>
                <a:tailEnd len="sm" w="sm" type="none"/>
              </a:ln>
            </p:spPr>
          </p:cxnSp>
          <p:cxnSp>
            <p:nvCxnSpPr>
              <p:cNvPr id="27" name="Google Shape;27;p3"/>
              <p:cNvCxnSpPr/>
              <p:nvPr/>
            </p:nvCxnSpPr>
            <p:spPr>
              <a:xfrm rot="5400000">
                <a:off x="3428226" y="1307590"/>
                <a:ext cx="627300" cy="0"/>
              </a:xfrm>
              <a:prstGeom prst="straightConnector1">
                <a:avLst/>
              </a:prstGeom>
              <a:noFill/>
              <a:ln cap="flat" cmpd="sng" w="19050">
                <a:solidFill>
                  <a:schemeClr val="lt1"/>
                </a:solidFill>
                <a:prstDash val="solid"/>
                <a:round/>
                <a:headEnd len="sm" w="sm" type="none"/>
                <a:tailEnd len="sm" w="sm" type="none"/>
              </a:ln>
            </p:spPr>
          </p:cxnSp>
        </p:grpSp>
      </p:grpSp>
      <p:sp>
        <p:nvSpPr>
          <p:cNvPr id="28" name="Google Shape;28;p3"/>
          <p:cNvSpPr txBox="1"/>
          <p:nvPr>
            <p:ph idx="1" type="subTitle"/>
          </p:nvPr>
        </p:nvSpPr>
        <p:spPr>
          <a:xfrm>
            <a:off x="283475" y="3087225"/>
            <a:ext cx="21846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29" name="Google Shape;29;p3"/>
          <p:cNvSpPr txBox="1"/>
          <p:nvPr>
            <p:ph idx="3" type="subTitle"/>
          </p:nvPr>
        </p:nvSpPr>
        <p:spPr>
          <a:xfrm>
            <a:off x="2597688" y="3087225"/>
            <a:ext cx="2185500" cy="7638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1pPr>
            <a:lvl2pPr lvl="1">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2pPr>
            <a:lvl3pPr lvl="2">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3pPr>
            <a:lvl4pPr lvl="3">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4pPr>
            <a:lvl5pPr lvl="4">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5pPr>
            <a:lvl6pPr lvl="5">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6pPr>
            <a:lvl7pPr lvl="6">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7pPr>
            <a:lvl8pPr lvl="7">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8pPr>
            <a:lvl9pPr lvl="8">
              <a:lnSpc>
                <a:spcPct val="100000"/>
              </a:lnSpc>
              <a:spcBef>
                <a:spcPts val="0"/>
              </a:spcBef>
              <a:spcAft>
                <a:spcPts val="0"/>
              </a:spcAft>
              <a:buSzPts val="2400"/>
              <a:buFont typeface="Manrope SemiBold"/>
              <a:buNone/>
              <a:defRPr sz="2400">
                <a:latin typeface="Manrope SemiBold"/>
                <a:ea typeface="Manrope SemiBold"/>
                <a:cs typeface="Manrope SemiBold"/>
                <a:sym typeface="Manrope SemiBold"/>
              </a:defRPr>
            </a:lvl9pPr>
          </a:lstStyle>
          <a:p/>
        </p:txBody>
      </p:sp>
      <p:sp>
        <p:nvSpPr>
          <p:cNvPr id="30" name="Google Shape;30;p3"/>
          <p:cNvSpPr txBox="1"/>
          <p:nvPr>
            <p:ph idx="4" type="subTitle"/>
          </p:nvPr>
        </p:nvSpPr>
        <p:spPr>
          <a:xfrm>
            <a:off x="4912800" y="3087225"/>
            <a:ext cx="2185500" cy="763800"/>
          </a:xfrm>
          <a:prstGeom prst="rect">
            <a:avLst/>
          </a:prstGeom>
        </p:spPr>
        <p:txBody>
          <a:bodyPr anchorCtr="0" anchor="ctr"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3"/>
          <p:cNvSpPr txBox="1"/>
          <p:nvPr>
            <p:ph idx="5" type="subTitle"/>
          </p:nvPr>
        </p:nvSpPr>
        <p:spPr>
          <a:xfrm>
            <a:off x="293325" y="2329250"/>
            <a:ext cx="19083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2" name="Google Shape;32;p3"/>
          <p:cNvSpPr txBox="1"/>
          <p:nvPr>
            <p:ph idx="6" type="subTitle"/>
          </p:nvPr>
        </p:nvSpPr>
        <p:spPr>
          <a:xfrm>
            <a:off x="256947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3" name="Google Shape;33;p3"/>
          <p:cNvSpPr txBox="1"/>
          <p:nvPr>
            <p:ph idx="7" type="subTitle"/>
          </p:nvPr>
        </p:nvSpPr>
        <p:spPr>
          <a:xfrm>
            <a:off x="4904425" y="2329250"/>
            <a:ext cx="1967100" cy="617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Nunito Light"/>
              <a:buNone/>
              <a:defRPr sz="1600">
                <a:latin typeface="Nunito Light"/>
                <a:ea typeface="Nunito Light"/>
                <a:cs typeface="Nunito Light"/>
                <a:sym typeface="Nunito Light"/>
              </a:defRPr>
            </a:lvl1pPr>
            <a:lvl2pPr lvl="1">
              <a:lnSpc>
                <a:spcPct val="100000"/>
              </a:lnSpc>
              <a:spcBef>
                <a:spcPts val="0"/>
              </a:spcBef>
              <a:spcAft>
                <a:spcPts val="0"/>
              </a:spcAft>
              <a:buSzPts val="1600"/>
              <a:buFont typeface="Nunito Light"/>
              <a:buNone/>
              <a:defRPr sz="1600">
                <a:latin typeface="Nunito Light"/>
                <a:ea typeface="Nunito Light"/>
                <a:cs typeface="Nunito Light"/>
                <a:sym typeface="Nunito Light"/>
              </a:defRPr>
            </a:lvl2pPr>
            <a:lvl3pPr lvl="2">
              <a:lnSpc>
                <a:spcPct val="100000"/>
              </a:lnSpc>
              <a:spcBef>
                <a:spcPts val="0"/>
              </a:spcBef>
              <a:spcAft>
                <a:spcPts val="0"/>
              </a:spcAft>
              <a:buSzPts val="1600"/>
              <a:buFont typeface="Nunito Light"/>
              <a:buNone/>
              <a:defRPr sz="1600">
                <a:latin typeface="Nunito Light"/>
                <a:ea typeface="Nunito Light"/>
                <a:cs typeface="Nunito Light"/>
                <a:sym typeface="Nunito Light"/>
              </a:defRPr>
            </a:lvl3pPr>
            <a:lvl4pPr lvl="3">
              <a:lnSpc>
                <a:spcPct val="100000"/>
              </a:lnSpc>
              <a:spcBef>
                <a:spcPts val="0"/>
              </a:spcBef>
              <a:spcAft>
                <a:spcPts val="0"/>
              </a:spcAft>
              <a:buSzPts val="1600"/>
              <a:buFont typeface="Nunito Light"/>
              <a:buNone/>
              <a:defRPr sz="1600">
                <a:latin typeface="Nunito Light"/>
                <a:ea typeface="Nunito Light"/>
                <a:cs typeface="Nunito Light"/>
                <a:sym typeface="Nunito Light"/>
              </a:defRPr>
            </a:lvl4pPr>
            <a:lvl5pPr lvl="4">
              <a:lnSpc>
                <a:spcPct val="100000"/>
              </a:lnSpc>
              <a:spcBef>
                <a:spcPts val="0"/>
              </a:spcBef>
              <a:spcAft>
                <a:spcPts val="0"/>
              </a:spcAft>
              <a:buSzPts val="1600"/>
              <a:buFont typeface="Nunito Light"/>
              <a:buNone/>
              <a:defRPr sz="1600">
                <a:latin typeface="Nunito Light"/>
                <a:ea typeface="Nunito Light"/>
                <a:cs typeface="Nunito Light"/>
                <a:sym typeface="Nunito Light"/>
              </a:defRPr>
            </a:lvl5pPr>
            <a:lvl6pPr lvl="5">
              <a:lnSpc>
                <a:spcPct val="100000"/>
              </a:lnSpc>
              <a:spcBef>
                <a:spcPts val="0"/>
              </a:spcBef>
              <a:spcAft>
                <a:spcPts val="0"/>
              </a:spcAft>
              <a:buSzPts val="1600"/>
              <a:buFont typeface="Nunito Light"/>
              <a:buNone/>
              <a:defRPr sz="1600">
                <a:latin typeface="Nunito Light"/>
                <a:ea typeface="Nunito Light"/>
                <a:cs typeface="Nunito Light"/>
                <a:sym typeface="Nunito Light"/>
              </a:defRPr>
            </a:lvl6pPr>
            <a:lvl7pPr lvl="6">
              <a:lnSpc>
                <a:spcPct val="100000"/>
              </a:lnSpc>
              <a:spcBef>
                <a:spcPts val="0"/>
              </a:spcBef>
              <a:spcAft>
                <a:spcPts val="0"/>
              </a:spcAft>
              <a:buSzPts val="1600"/>
              <a:buFont typeface="Nunito Light"/>
              <a:buNone/>
              <a:defRPr sz="1600">
                <a:latin typeface="Nunito Light"/>
                <a:ea typeface="Nunito Light"/>
                <a:cs typeface="Nunito Light"/>
                <a:sym typeface="Nunito Light"/>
              </a:defRPr>
            </a:lvl7pPr>
            <a:lvl8pPr lvl="7">
              <a:lnSpc>
                <a:spcPct val="100000"/>
              </a:lnSpc>
              <a:spcBef>
                <a:spcPts val="0"/>
              </a:spcBef>
              <a:spcAft>
                <a:spcPts val="0"/>
              </a:spcAft>
              <a:buSzPts val="1600"/>
              <a:buFont typeface="Nunito Light"/>
              <a:buNone/>
              <a:defRPr sz="1600">
                <a:latin typeface="Nunito Light"/>
                <a:ea typeface="Nunito Light"/>
                <a:cs typeface="Nunito Light"/>
                <a:sym typeface="Nunito Light"/>
              </a:defRPr>
            </a:lvl8pPr>
            <a:lvl9pPr lvl="8">
              <a:lnSpc>
                <a:spcPct val="100000"/>
              </a:lnSpc>
              <a:spcBef>
                <a:spcPts val="0"/>
              </a:spcBef>
              <a:spcAft>
                <a:spcPts val="0"/>
              </a:spcAft>
              <a:buSzPts val="1600"/>
              <a:buFont typeface="Nunito Light"/>
              <a:buNone/>
              <a:defRPr sz="1600">
                <a:latin typeface="Nunito Light"/>
                <a:ea typeface="Nunito Light"/>
                <a:cs typeface="Nunito Light"/>
                <a:sym typeface="Nunito Light"/>
              </a:defRPr>
            </a:lvl9pPr>
          </a:lstStyle>
          <a:p/>
        </p:txBody>
      </p:sp>
      <p:sp>
        <p:nvSpPr>
          <p:cNvPr id="34" name="Google Shape;34;p3"/>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5" name="Google Shape;35;p3"/>
          <p:cNvSpPr txBox="1"/>
          <p:nvPr>
            <p:ph type="title"/>
          </p:nvPr>
        </p:nvSpPr>
        <p:spPr>
          <a:xfrm>
            <a:off x="838525" y="427450"/>
            <a:ext cx="5827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2">
  <p:cSld name="TITLE_1_1">
    <p:spTree>
      <p:nvGrpSpPr>
        <p:cNvPr id="36" name="Shape 36"/>
        <p:cNvGrpSpPr/>
        <p:nvPr/>
      </p:nvGrpSpPr>
      <p:grpSpPr>
        <a:xfrm>
          <a:off x="0" y="0"/>
          <a:ext cx="0" cy="0"/>
          <a:chOff x="0" y="0"/>
          <a:chExt cx="0" cy="0"/>
        </a:xfrm>
      </p:grpSpPr>
      <p:sp>
        <p:nvSpPr>
          <p:cNvPr id="37" name="Google Shape;37;p4"/>
          <p:cNvSpPr/>
          <p:nvPr>
            <p:ph idx="2" type="pic"/>
          </p:nvPr>
        </p:nvSpPr>
        <p:spPr>
          <a:xfrm>
            <a:off x="7474525" y="283475"/>
            <a:ext cx="1386000" cy="4860000"/>
          </a:xfrm>
          <a:prstGeom prst="round2SameRect">
            <a:avLst>
              <a:gd fmla="val 16667" name="adj1"/>
              <a:gd fmla="val 0" name="adj2"/>
            </a:avLst>
          </a:prstGeom>
          <a:noFill/>
          <a:ln>
            <a:noFill/>
          </a:ln>
        </p:spPr>
      </p:sp>
      <p:sp>
        <p:nvSpPr>
          <p:cNvPr id="38" name="Google Shape;38;p4"/>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4"/>
          <p:cNvSpPr txBox="1"/>
          <p:nvPr>
            <p:ph idx="1" type="subTitle"/>
          </p:nvPr>
        </p:nvSpPr>
        <p:spPr>
          <a:xfrm>
            <a:off x="690043"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0" name="Google Shape;40;p4"/>
          <p:cNvSpPr txBox="1"/>
          <p:nvPr>
            <p:ph idx="3" type="subTitle"/>
          </p:nvPr>
        </p:nvSpPr>
        <p:spPr>
          <a:xfrm>
            <a:off x="3527068" y="1490150"/>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1" name="Google Shape;41;p4"/>
          <p:cNvSpPr txBox="1"/>
          <p:nvPr>
            <p:ph idx="4" type="subTitle"/>
          </p:nvPr>
        </p:nvSpPr>
        <p:spPr>
          <a:xfrm>
            <a:off x="690040"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2" name="Google Shape;42;p4"/>
          <p:cNvSpPr txBox="1"/>
          <p:nvPr>
            <p:ph idx="5" type="subTitle"/>
          </p:nvPr>
        </p:nvSpPr>
        <p:spPr>
          <a:xfrm>
            <a:off x="3527065" y="2104016"/>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3" name="Google Shape;43;p4"/>
          <p:cNvSpPr txBox="1"/>
          <p:nvPr>
            <p:ph idx="6" type="subTitle"/>
          </p:nvPr>
        </p:nvSpPr>
        <p:spPr>
          <a:xfrm>
            <a:off x="690040" y="2717894"/>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4" name="Google Shape;44;p4"/>
          <p:cNvSpPr txBox="1"/>
          <p:nvPr>
            <p:ph idx="7" type="subTitle"/>
          </p:nvPr>
        </p:nvSpPr>
        <p:spPr>
          <a:xfrm>
            <a:off x="3527065" y="2712044"/>
            <a:ext cx="409500" cy="611100"/>
          </a:xfrm>
          <a:prstGeom prst="rect">
            <a:avLst/>
          </a:prstGeom>
        </p:spPr>
        <p:txBody>
          <a:bodyPr anchorCtr="0" anchor="ctr" bIns="0" lIns="0" spcFirstLastPara="1" rIns="0" wrap="square" tIns="0">
            <a:normAutofit/>
          </a:bodyPr>
          <a:lstStyle>
            <a:lvl1pPr lvl="0">
              <a:spcBef>
                <a:spcPts val="0"/>
              </a:spcBef>
              <a:spcAft>
                <a:spcPts val="0"/>
              </a:spcAft>
              <a:buSzPts val="1400"/>
              <a:buFont typeface="Nunito Light"/>
              <a:buNone/>
              <a:defRPr>
                <a:latin typeface="Nunito Light"/>
                <a:ea typeface="Nunito Light"/>
                <a:cs typeface="Nunito Light"/>
                <a:sym typeface="Nunito Light"/>
              </a:defRPr>
            </a:lvl1pPr>
            <a:lvl2pPr lvl="1">
              <a:spcBef>
                <a:spcPts val="0"/>
              </a:spcBef>
              <a:spcAft>
                <a:spcPts val="0"/>
              </a:spcAft>
              <a:buSzPts val="1400"/>
              <a:buFont typeface="Nunito Light"/>
              <a:buNone/>
              <a:defRPr>
                <a:latin typeface="Nunito Light"/>
                <a:ea typeface="Nunito Light"/>
                <a:cs typeface="Nunito Light"/>
                <a:sym typeface="Nunito Light"/>
              </a:defRPr>
            </a:lvl2pPr>
            <a:lvl3pPr lvl="2">
              <a:spcBef>
                <a:spcPts val="0"/>
              </a:spcBef>
              <a:spcAft>
                <a:spcPts val="0"/>
              </a:spcAft>
              <a:buSzPts val="1400"/>
              <a:buFont typeface="Nunito Light"/>
              <a:buNone/>
              <a:defRPr>
                <a:latin typeface="Nunito Light"/>
                <a:ea typeface="Nunito Light"/>
                <a:cs typeface="Nunito Light"/>
                <a:sym typeface="Nunito Light"/>
              </a:defRPr>
            </a:lvl3pPr>
            <a:lvl4pPr lvl="3">
              <a:spcBef>
                <a:spcPts val="0"/>
              </a:spcBef>
              <a:spcAft>
                <a:spcPts val="0"/>
              </a:spcAft>
              <a:buSzPts val="1400"/>
              <a:buFont typeface="Nunito Light"/>
              <a:buNone/>
              <a:defRPr>
                <a:latin typeface="Nunito Light"/>
                <a:ea typeface="Nunito Light"/>
                <a:cs typeface="Nunito Light"/>
                <a:sym typeface="Nunito Light"/>
              </a:defRPr>
            </a:lvl4pPr>
            <a:lvl5pPr lvl="4">
              <a:spcBef>
                <a:spcPts val="0"/>
              </a:spcBef>
              <a:spcAft>
                <a:spcPts val="0"/>
              </a:spcAft>
              <a:buSzPts val="1400"/>
              <a:buFont typeface="Nunito Light"/>
              <a:buNone/>
              <a:defRPr>
                <a:latin typeface="Nunito Light"/>
                <a:ea typeface="Nunito Light"/>
                <a:cs typeface="Nunito Light"/>
                <a:sym typeface="Nunito Light"/>
              </a:defRPr>
            </a:lvl5pPr>
            <a:lvl6pPr lvl="5">
              <a:spcBef>
                <a:spcPts val="0"/>
              </a:spcBef>
              <a:spcAft>
                <a:spcPts val="0"/>
              </a:spcAft>
              <a:buSzPts val="1400"/>
              <a:buFont typeface="Nunito Light"/>
              <a:buNone/>
              <a:defRPr>
                <a:latin typeface="Nunito Light"/>
                <a:ea typeface="Nunito Light"/>
                <a:cs typeface="Nunito Light"/>
                <a:sym typeface="Nunito Light"/>
              </a:defRPr>
            </a:lvl6pPr>
            <a:lvl7pPr lvl="6">
              <a:spcBef>
                <a:spcPts val="0"/>
              </a:spcBef>
              <a:spcAft>
                <a:spcPts val="0"/>
              </a:spcAft>
              <a:buSzPts val="1400"/>
              <a:buFont typeface="Nunito Light"/>
              <a:buNone/>
              <a:defRPr>
                <a:latin typeface="Nunito Light"/>
                <a:ea typeface="Nunito Light"/>
                <a:cs typeface="Nunito Light"/>
                <a:sym typeface="Nunito Light"/>
              </a:defRPr>
            </a:lvl7pPr>
            <a:lvl8pPr lvl="7">
              <a:spcBef>
                <a:spcPts val="0"/>
              </a:spcBef>
              <a:spcAft>
                <a:spcPts val="0"/>
              </a:spcAft>
              <a:buSzPts val="1400"/>
              <a:buFont typeface="Nunito Light"/>
              <a:buNone/>
              <a:defRPr>
                <a:latin typeface="Nunito Light"/>
                <a:ea typeface="Nunito Light"/>
                <a:cs typeface="Nunito Light"/>
                <a:sym typeface="Nunito Light"/>
              </a:defRPr>
            </a:lvl8pPr>
            <a:lvl9pPr lvl="8">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45" name="Google Shape;45;p4"/>
          <p:cNvSpPr txBox="1"/>
          <p:nvPr>
            <p:ph idx="8" type="subTitle"/>
          </p:nvPr>
        </p:nvSpPr>
        <p:spPr>
          <a:xfrm>
            <a:off x="120390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6" name="Google Shape;46;p4"/>
          <p:cNvSpPr txBox="1"/>
          <p:nvPr>
            <p:ph idx="9" type="subTitle"/>
          </p:nvPr>
        </p:nvSpPr>
        <p:spPr>
          <a:xfrm>
            <a:off x="1203900" y="21061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7" name="Google Shape;47;p4"/>
          <p:cNvSpPr txBox="1"/>
          <p:nvPr>
            <p:ph idx="13" type="subTitle"/>
          </p:nvPr>
        </p:nvSpPr>
        <p:spPr>
          <a:xfrm>
            <a:off x="120390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8" name="Google Shape;48;p4"/>
          <p:cNvSpPr txBox="1"/>
          <p:nvPr>
            <p:ph idx="14" type="subTitle"/>
          </p:nvPr>
        </p:nvSpPr>
        <p:spPr>
          <a:xfrm>
            <a:off x="4038550" y="14904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49" name="Google Shape;49;p4"/>
          <p:cNvSpPr txBox="1"/>
          <p:nvPr>
            <p:ph idx="15" type="subTitle"/>
          </p:nvPr>
        </p:nvSpPr>
        <p:spPr>
          <a:xfrm>
            <a:off x="4038550" y="2103120"/>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0" name="Google Shape;50;p4"/>
          <p:cNvSpPr txBox="1"/>
          <p:nvPr>
            <p:ph idx="16" type="subTitle"/>
          </p:nvPr>
        </p:nvSpPr>
        <p:spPr>
          <a:xfrm>
            <a:off x="4038550" y="2715768"/>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1" name="Google Shape;51;p4"/>
          <p:cNvSpPr txBox="1"/>
          <p:nvPr>
            <p:ph idx="17" type="subTitle"/>
          </p:nvPr>
        </p:nvSpPr>
        <p:spPr>
          <a:xfrm>
            <a:off x="690040" y="332554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2" name="Google Shape;52;p4"/>
          <p:cNvSpPr txBox="1"/>
          <p:nvPr>
            <p:ph idx="18" type="subTitle"/>
          </p:nvPr>
        </p:nvSpPr>
        <p:spPr>
          <a:xfrm>
            <a:off x="3527065" y="3319697"/>
            <a:ext cx="409500" cy="6111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Nunito Light"/>
              <a:buNone/>
              <a:defRPr>
                <a:latin typeface="Nunito Light"/>
                <a:ea typeface="Nunito Light"/>
                <a:cs typeface="Nunito Light"/>
                <a:sym typeface="Nunito Light"/>
              </a:defRPr>
            </a:lvl1pPr>
            <a:lvl2pPr lvl="1">
              <a:lnSpc>
                <a:spcPct val="100000"/>
              </a:lnSpc>
              <a:spcBef>
                <a:spcPts val="0"/>
              </a:spcBef>
              <a:spcAft>
                <a:spcPts val="0"/>
              </a:spcAft>
              <a:buSzPts val="1400"/>
              <a:buFont typeface="Nunito Light"/>
              <a:buNone/>
              <a:defRPr>
                <a:latin typeface="Nunito Light"/>
                <a:ea typeface="Nunito Light"/>
                <a:cs typeface="Nunito Light"/>
                <a:sym typeface="Nunito Light"/>
              </a:defRPr>
            </a:lvl2pPr>
            <a:lvl3pPr lvl="2">
              <a:lnSpc>
                <a:spcPct val="100000"/>
              </a:lnSpc>
              <a:spcBef>
                <a:spcPts val="0"/>
              </a:spcBef>
              <a:spcAft>
                <a:spcPts val="0"/>
              </a:spcAft>
              <a:buSzPts val="1400"/>
              <a:buFont typeface="Nunito Light"/>
              <a:buNone/>
              <a:defRPr>
                <a:latin typeface="Nunito Light"/>
                <a:ea typeface="Nunito Light"/>
                <a:cs typeface="Nunito Light"/>
                <a:sym typeface="Nunito Light"/>
              </a:defRPr>
            </a:lvl3pPr>
            <a:lvl4pPr lvl="3">
              <a:lnSpc>
                <a:spcPct val="100000"/>
              </a:lnSpc>
              <a:spcBef>
                <a:spcPts val="0"/>
              </a:spcBef>
              <a:spcAft>
                <a:spcPts val="0"/>
              </a:spcAft>
              <a:buSzPts val="1400"/>
              <a:buFont typeface="Nunito Light"/>
              <a:buNone/>
              <a:defRPr>
                <a:latin typeface="Nunito Light"/>
                <a:ea typeface="Nunito Light"/>
                <a:cs typeface="Nunito Light"/>
                <a:sym typeface="Nunito Light"/>
              </a:defRPr>
            </a:lvl4pPr>
            <a:lvl5pPr lvl="4">
              <a:lnSpc>
                <a:spcPct val="100000"/>
              </a:lnSpc>
              <a:spcBef>
                <a:spcPts val="0"/>
              </a:spcBef>
              <a:spcAft>
                <a:spcPts val="0"/>
              </a:spcAft>
              <a:buSzPts val="1400"/>
              <a:buFont typeface="Nunito Light"/>
              <a:buNone/>
              <a:defRPr>
                <a:latin typeface="Nunito Light"/>
                <a:ea typeface="Nunito Light"/>
                <a:cs typeface="Nunito Light"/>
                <a:sym typeface="Nunito Light"/>
              </a:defRPr>
            </a:lvl5pPr>
            <a:lvl6pPr lvl="5">
              <a:lnSpc>
                <a:spcPct val="100000"/>
              </a:lnSpc>
              <a:spcBef>
                <a:spcPts val="0"/>
              </a:spcBef>
              <a:spcAft>
                <a:spcPts val="0"/>
              </a:spcAft>
              <a:buSzPts val="1400"/>
              <a:buFont typeface="Nunito Light"/>
              <a:buNone/>
              <a:defRPr>
                <a:latin typeface="Nunito Light"/>
                <a:ea typeface="Nunito Light"/>
                <a:cs typeface="Nunito Light"/>
                <a:sym typeface="Nunito Light"/>
              </a:defRPr>
            </a:lvl6pPr>
            <a:lvl7pPr lvl="6">
              <a:lnSpc>
                <a:spcPct val="100000"/>
              </a:lnSpc>
              <a:spcBef>
                <a:spcPts val="0"/>
              </a:spcBef>
              <a:spcAft>
                <a:spcPts val="0"/>
              </a:spcAft>
              <a:buSzPts val="1400"/>
              <a:buFont typeface="Nunito Light"/>
              <a:buNone/>
              <a:defRPr>
                <a:latin typeface="Nunito Light"/>
                <a:ea typeface="Nunito Light"/>
                <a:cs typeface="Nunito Light"/>
                <a:sym typeface="Nunito Light"/>
              </a:defRPr>
            </a:lvl7pPr>
            <a:lvl8pPr lvl="7">
              <a:lnSpc>
                <a:spcPct val="100000"/>
              </a:lnSpc>
              <a:spcBef>
                <a:spcPts val="0"/>
              </a:spcBef>
              <a:spcAft>
                <a:spcPts val="0"/>
              </a:spcAft>
              <a:buSzPts val="1400"/>
              <a:buFont typeface="Nunito Light"/>
              <a:buNone/>
              <a:defRPr>
                <a:latin typeface="Nunito Light"/>
                <a:ea typeface="Nunito Light"/>
                <a:cs typeface="Nunito Light"/>
                <a:sym typeface="Nunito Light"/>
              </a:defRPr>
            </a:lvl8pPr>
            <a:lvl9pPr lvl="8">
              <a:lnSpc>
                <a:spcPct val="100000"/>
              </a:lnSpc>
              <a:spcBef>
                <a:spcPts val="0"/>
              </a:spcBef>
              <a:spcAft>
                <a:spcPts val="0"/>
              </a:spcAft>
              <a:buSzPts val="1400"/>
              <a:buFont typeface="Nunito Light"/>
              <a:buNone/>
              <a:defRPr>
                <a:latin typeface="Nunito Light"/>
                <a:ea typeface="Nunito Light"/>
                <a:cs typeface="Nunito Light"/>
                <a:sym typeface="Nunito Light"/>
              </a:defRPr>
            </a:lvl9pPr>
          </a:lstStyle>
          <a:p/>
        </p:txBody>
      </p:sp>
      <p:sp>
        <p:nvSpPr>
          <p:cNvPr id="53" name="Google Shape;53;p4"/>
          <p:cNvSpPr txBox="1"/>
          <p:nvPr>
            <p:ph idx="19" type="subTitle"/>
          </p:nvPr>
        </p:nvSpPr>
        <p:spPr>
          <a:xfrm>
            <a:off x="1203900" y="3328416"/>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4" name="Google Shape;54;p4"/>
          <p:cNvSpPr txBox="1"/>
          <p:nvPr>
            <p:ph idx="20" type="subTitle"/>
          </p:nvPr>
        </p:nvSpPr>
        <p:spPr>
          <a:xfrm>
            <a:off x="4038550" y="3319272"/>
            <a:ext cx="2323200" cy="672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2pPr>
            <a:lvl3pPr lvl="2">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3pPr>
            <a:lvl4pPr lvl="3">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4pPr>
            <a:lvl5pPr lvl="4">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5pPr>
            <a:lvl6pPr lvl="5">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6pPr>
            <a:lvl7pPr lvl="6">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7pPr>
            <a:lvl8pPr lvl="7">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8pPr>
            <a:lvl9pPr lvl="8">
              <a:lnSpc>
                <a:spcPct val="100000"/>
              </a:lnSpc>
              <a:spcBef>
                <a:spcPts val="0"/>
              </a:spcBef>
              <a:spcAft>
                <a:spcPts val="0"/>
              </a:spcAft>
              <a:buSzPts val="1800"/>
              <a:buFont typeface="Manrope SemiBold"/>
              <a:buNone/>
              <a:defRPr sz="1800">
                <a:latin typeface="Manrope SemiBold"/>
                <a:ea typeface="Manrope SemiBold"/>
                <a:cs typeface="Manrope SemiBold"/>
                <a:sym typeface="Manrope SemiBold"/>
              </a:defRPr>
            </a:lvl9pPr>
          </a:lstStyle>
          <a:p/>
        </p:txBody>
      </p:sp>
      <p:sp>
        <p:nvSpPr>
          <p:cNvPr id="55" name="Google Shape;55;p4"/>
          <p:cNvSpPr/>
          <p:nvPr/>
        </p:nvSpPr>
        <p:spPr>
          <a:xfrm>
            <a:off x="283475" y="4418000"/>
            <a:ext cx="7114200" cy="725400"/>
          </a:xfrm>
          <a:prstGeom prst="round2SameRect">
            <a:avLst>
              <a:gd fmla="val 30035" name="adj1"/>
              <a:gd fmla="val 0" name="adj2"/>
            </a:avLst>
          </a:prstGeom>
          <a:solidFill>
            <a:schemeClr val="accent4"/>
          </a:solidFill>
          <a:ln>
            <a:noFill/>
          </a:ln>
          <a:effectLst>
            <a:outerShdw blurRad="428625" rotWithShape="0" algn="bl" dir="12420000" dist="47625">
              <a:schemeClr val="dk1">
                <a:alpha val="471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56" name="Google Shape;56;p4"/>
          <p:cNvSpPr txBox="1"/>
          <p:nvPr>
            <p:ph type="title"/>
          </p:nvPr>
        </p:nvSpPr>
        <p:spPr>
          <a:xfrm>
            <a:off x="283475" y="475500"/>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Font typeface="Manrope"/>
              <a:buNone/>
              <a:defRPr sz="3000"/>
            </a:lvl1pPr>
            <a:lvl2pPr lvl="1">
              <a:spcBef>
                <a:spcPts val="0"/>
              </a:spcBef>
              <a:spcAft>
                <a:spcPts val="0"/>
              </a:spcAft>
              <a:buSzPts val="3000"/>
              <a:buFont typeface="Manrope"/>
              <a:buNone/>
              <a:defRPr sz="3000"/>
            </a:lvl2pPr>
            <a:lvl3pPr lvl="2">
              <a:spcBef>
                <a:spcPts val="0"/>
              </a:spcBef>
              <a:spcAft>
                <a:spcPts val="0"/>
              </a:spcAft>
              <a:buSzPts val="3000"/>
              <a:buFont typeface="Manrope"/>
              <a:buNone/>
              <a:defRPr sz="3000"/>
            </a:lvl3pPr>
            <a:lvl4pPr lvl="3">
              <a:spcBef>
                <a:spcPts val="0"/>
              </a:spcBef>
              <a:spcAft>
                <a:spcPts val="0"/>
              </a:spcAft>
              <a:buSzPts val="3000"/>
              <a:buFont typeface="Manrope"/>
              <a:buNone/>
              <a:defRPr sz="3000"/>
            </a:lvl4pPr>
            <a:lvl5pPr lvl="4">
              <a:spcBef>
                <a:spcPts val="0"/>
              </a:spcBef>
              <a:spcAft>
                <a:spcPts val="0"/>
              </a:spcAft>
              <a:buSzPts val="3000"/>
              <a:buFont typeface="Manrope"/>
              <a:buNone/>
              <a:defRPr sz="3000"/>
            </a:lvl5pPr>
            <a:lvl6pPr lvl="5">
              <a:spcBef>
                <a:spcPts val="0"/>
              </a:spcBef>
              <a:spcAft>
                <a:spcPts val="0"/>
              </a:spcAft>
              <a:buSzPts val="3000"/>
              <a:buFont typeface="Manrope"/>
              <a:buNone/>
              <a:defRPr sz="3000"/>
            </a:lvl6pPr>
            <a:lvl7pPr lvl="6">
              <a:spcBef>
                <a:spcPts val="0"/>
              </a:spcBef>
              <a:spcAft>
                <a:spcPts val="0"/>
              </a:spcAft>
              <a:buSzPts val="3000"/>
              <a:buFont typeface="Manrope"/>
              <a:buNone/>
              <a:defRPr sz="3000"/>
            </a:lvl7pPr>
            <a:lvl8pPr lvl="7">
              <a:spcBef>
                <a:spcPts val="0"/>
              </a:spcBef>
              <a:spcAft>
                <a:spcPts val="0"/>
              </a:spcAft>
              <a:buSzPts val="3000"/>
              <a:buFont typeface="Manrope"/>
              <a:buNone/>
              <a:defRPr sz="3000"/>
            </a:lvl8pPr>
            <a:lvl9pPr lvl="8">
              <a:spcBef>
                <a:spcPts val="0"/>
              </a:spcBef>
              <a:spcAft>
                <a:spcPts val="0"/>
              </a:spcAft>
              <a:buSzPts val="3000"/>
              <a:buFont typeface="Manrope"/>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3 cards">
  <p:cSld name="CUSTOM_1">
    <p:spTree>
      <p:nvGrpSpPr>
        <p:cNvPr id="57" name="Shape 57"/>
        <p:cNvGrpSpPr/>
        <p:nvPr/>
      </p:nvGrpSpPr>
      <p:grpSpPr>
        <a:xfrm>
          <a:off x="0" y="0"/>
          <a:ext cx="0" cy="0"/>
          <a:chOff x="0" y="0"/>
          <a:chExt cx="0" cy="0"/>
        </a:xfrm>
      </p:grpSpPr>
      <p:sp>
        <p:nvSpPr>
          <p:cNvPr id="58" name="Google Shape;58;p5"/>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60" name="Google Shape;60;p5"/>
          <p:cNvSpPr/>
          <p:nvPr>
            <p:ph idx="2" type="pic"/>
          </p:nvPr>
        </p:nvSpPr>
        <p:spPr>
          <a:xfrm>
            <a:off x="283475" y="1426475"/>
            <a:ext cx="2760300" cy="1812300"/>
          </a:xfrm>
          <a:prstGeom prst="round2SameRect">
            <a:avLst>
              <a:gd fmla="val 16667" name="adj1"/>
              <a:gd fmla="val 0" name="adj2"/>
            </a:avLst>
          </a:prstGeom>
          <a:noFill/>
          <a:ln>
            <a:noFill/>
          </a:ln>
        </p:spPr>
      </p:sp>
      <p:sp>
        <p:nvSpPr>
          <p:cNvPr id="61" name="Google Shape;61;p5"/>
          <p:cNvSpPr/>
          <p:nvPr>
            <p:ph idx="3" type="pic"/>
          </p:nvPr>
        </p:nvSpPr>
        <p:spPr>
          <a:xfrm>
            <a:off x="3191850" y="1426475"/>
            <a:ext cx="2760300" cy="1812300"/>
          </a:xfrm>
          <a:prstGeom prst="round2SameRect">
            <a:avLst>
              <a:gd fmla="val 16667" name="adj1"/>
              <a:gd fmla="val 0" name="adj2"/>
            </a:avLst>
          </a:prstGeom>
          <a:noFill/>
          <a:ln>
            <a:noFill/>
          </a:ln>
        </p:spPr>
      </p:sp>
      <p:sp>
        <p:nvSpPr>
          <p:cNvPr id="62" name="Google Shape;62;p5"/>
          <p:cNvSpPr/>
          <p:nvPr>
            <p:ph idx="4" type="pic"/>
          </p:nvPr>
        </p:nvSpPr>
        <p:spPr>
          <a:xfrm>
            <a:off x="6100225" y="1426475"/>
            <a:ext cx="2760300" cy="1812300"/>
          </a:xfrm>
          <a:prstGeom prst="round2SameRect">
            <a:avLst>
              <a:gd fmla="val 16667" name="adj1"/>
              <a:gd fmla="val 0" name="adj2"/>
            </a:avLst>
          </a:prstGeom>
          <a:noFill/>
          <a:ln>
            <a:noFill/>
          </a:ln>
        </p:spPr>
      </p:sp>
      <p:sp>
        <p:nvSpPr>
          <p:cNvPr id="63" name="Google Shape;63;p5"/>
          <p:cNvSpPr txBox="1"/>
          <p:nvPr>
            <p:ph idx="5" type="subTitle"/>
          </p:nvPr>
        </p:nvSpPr>
        <p:spPr>
          <a:xfrm>
            <a:off x="475500" y="3383025"/>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4" name="Google Shape;64;p5"/>
          <p:cNvSpPr txBox="1"/>
          <p:nvPr>
            <p:ph idx="6" type="subTitle"/>
          </p:nvPr>
        </p:nvSpPr>
        <p:spPr>
          <a:xfrm>
            <a:off x="47302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5" name="Google Shape;65;p5"/>
          <p:cNvSpPr txBox="1"/>
          <p:nvPr>
            <p:ph idx="7" type="subTitle"/>
          </p:nvPr>
        </p:nvSpPr>
        <p:spPr>
          <a:xfrm>
            <a:off x="47550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6" name="Google Shape;66;p5"/>
          <p:cNvSpPr txBox="1"/>
          <p:nvPr>
            <p:ph idx="8" type="subTitle"/>
          </p:nvPr>
        </p:nvSpPr>
        <p:spPr>
          <a:xfrm>
            <a:off x="3381050"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67" name="Google Shape;67;p5"/>
          <p:cNvSpPr txBox="1"/>
          <p:nvPr>
            <p:ph idx="9" type="subTitle"/>
          </p:nvPr>
        </p:nvSpPr>
        <p:spPr>
          <a:xfrm>
            <a:off x="3378575"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68" name="Google Shape;68;p5"/>
          <p:cNvSpPr txBox="1"/>
          <p:nvPr>
            <p:ph idx="13" type="subTitle"/>
          </p:nvPr>
        </p:nvSpPr>
        <p:spPr>
          <a:xfrm>
            <a:off x="3381050"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69" name="Google Shape;69;p5"/>
          <p:cNvSpPr txBox="1"/>
          <p:nvPr>
            <p:ph idx="14" type="subTitle"/>
          </p:nvPr>
        </p:nvSpPr>
        <p:spPr>
          <a:xfrm>
            <a:off x="6286575" y="3382950"/>
            <a:ext cx="2384400" cy="2415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600"/>
              <a:buFont typeface="Manrope SemiBold"/>
              <a:buNone/>
              <a:defRPr sz="16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0" name="Google Shape;70;p5"/>
          <p:cNvSpPr txBox="1"/>
          <p:nvPr>
            <p:ph idx="15" type="subTitle"/>
          </p:nvPr>
        </p:nvSpPr>
        <p:spPr>
          <a:xfrm>
            <a:off x="6284100" y="3690926"/>
            <a:ext cx="2384400" cy="2961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71" name="Google Shape;71;p5"/>
          <p:cNvSpPr txBox="1"/>
          <p:nvPr>
            <p:ph idx="16" type="subTitle"/>
          </p:nvPr>
        </p:nvSpPr>
        <p:spPr>
          <a:xfrm>
            <a:off x="6286575" y="4170600"/>
            <a:ext cx="2384400" cy="501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6 cards">
  <p:cSld name="CUSTOM_1_1">
    <p:spTree>
      <p:nvGrpSpPr>
        <p:cNvPr id="72" name="Shape 72"/>
        <p:cNvGrpSpPr/>
        <p:nvPr/>
      </p:nvGrpSpPr>
      <p:grpSpPr>
        <a:xfrm>
          <a:off x="0" y="0"/>
          <a:ext cx="0" cy="0"/>
          <a:chOff x="0" y="0"/>
          <a:chExt cx="0" cy="0"/>
        </a:xfrm>
      </p:grpSpPr>
      <p:sp>
        <p:nvSpPr>
          <p:cNvPr id="73" name="Google Shape;73;p6"/>
          <p:cNvSpPr txBox="1"/>
          <p:nvPr>
            <p:ph type="title"/>
          </p:nvPr>
        </p:nvSpPr>
        <p:spPr>
          <a:xfrm>
            <a:off x="283475" y="666550"/>
            <a:ext cx="5623500" cy="50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75" name="Google Shape;75;p6"/>
          <p:cNvSpPr/>
          <p:nvPr>
            <p:ph idx="2" type="pic"/>
          </p:nvPr>
        </p:nvSpPr>
        <p:spPr>
          <a:xfrm>
            <a:off x="283475" y="1629400"/>
            <a:ext cx="1367400" cy="1487100"/>
          </a:xfrm>
          <a:prstGeom prst="round2SameRect">
            <a:avLst>
              <a:gd fmla="val 16879" name="adj1"/>
              <a:gd fmla="val 0" name="adj2"/>
            </a:avLst>
          </a:prstGeom>
          <a:noFill/>
          <a:ln>
            <a:noFill/>
          </a:ln>
        </p:spPr>
      </p:sp>
      <p:sp>
        <p:nvSpPr>
          <p:cNvPr id="76" name="Google Shape;76;p6"/>
          <p:cNvSpPr txBox="1"/>
          <p:nvPr>
            <p:ph idx="3" type="subTitle"/>
          </p:nvPr>
        </p:nvSpPr>
        <p:spPr>
          <a:xfrm>
            <a:off x="475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77" name="Google Shape;77;p6"/>
          <p:cNvSpPr txBox="1"/>
          <p:nvPr>
            <p:ph idx="4" type="subTitle"/>
          </p:nvPr>
        </p:nvSpPr>
        <p:spPr>
          <a:xfrm>
            <a:off x="473025"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78" name="Google Shape;78;p6"/>
          <p:cNvSpPr/>
          <p:nvPr>
            <p:ph idx="5" type="pic"/>
          </p:nvPr>
        </p:nvSpPr>
        <p:spPr>
          <a:xfrm>
            <a:off x="1725638" y="1629400"/>
            <a:ext cx="1367400" cy="1487100"/>
          </a:xfrm>
          <a:prstGeom prst="round2SameRect">
            <a:avLst>
              <a:gd fmla="val 16879" name="adj1"/>
              <a:gd fmla="val 0" name="adj2"/>
            </a:avLst>
          </a:prstGeom>
          <a:noFill/>
          <a:ln>
            <a:noFill/>
          </a:ln>
        </p:spPr>
      </p:sp>
      <p:sp>
        <p:nvSpPr>
          <p:cNvPr id="79" name="Google Shape;79;p6"/>
          <p:cNvSpPr txBox="1"/>
          <p:nvPr>
            <p:ph idx="6" type="subTitle"/>
          </p:nvPr>
        </p:nvSpPr>
        <p:spPr>
          <a:xfrm>
            <a:off x="1917675" y="3133274"/>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0" name="Google Shape;80;p6"/>
          <p:cNvSpPr txBox="1"/>
          <p:nvPr>
            <p:ph idx="7" type="subTitle"/>
          </p:nvPr>
        </p:nvSpPr>
        <p:spPr>
          <a:xfrm>
            <a:off x="19151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1" name="Google Shape;81;p6"/>
          <p:cNvSpPr/>
          <p:nvPr>
            <p:ph idx="8" type="pic"/>
          </p:nvPr>
        </p:nvSpPr>
        <p:spPr>
          <a:xfrm>
            <a:off x="3167463" y="1629400"/>
            <a:ext cx="1367400" cy="1487100"/>
          </a:xfrm>
          <a:prstGeom prst="round2SameRect">
            <a:avLst>
              <a:gd fmla="val 16879" name="adj1"/>
              <a:gd fmla="val 0" name="adj2"/>
            </a:avLst>
          </a:prstGeom>
          <a:noFill/>
          <a:ln>
            <a:noFill/>
          </a:ln>
        </p:spPr>
      </p:sp>
      <p:sp>
        <p:nvSpPr>
          <p:cNvPr id="82" name="Google Shape;82;p6"/>
          <p:cNvSpPr txBox="1"/>
          <p:nvPr>
            <p:ph idx="9" type="subTitle"/>
          </p:nvPr>
        </p:nvSpPr>
        <p:spPr>
          <a:xfrm>
            <a:off x="3359500" y="3133275"/>
            <a:ext cx="1082700" cy="4314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3" name="Google Shape;83;p6"/>
          <p:cNvSpPr txBox="1"/>
          <p:nvPr>
            <p:ph idx="13" type="subTitle"/>
          </p:nvPr>
        </p:nvSpPr>
        <p:spPr>
          <a:xfrm>
            <a:off x="3357013"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4" name="Google Shape;84;p6"/>
          <p:cNvSpPr/>
          <p:nvPr>
            <p:ph idx="14" type="pic"/>
          </p:nvPr>
        </p:nvSpPr>
        <p:spPr>
          <a:xfrm>
            <a:off x="4609300" y="1629400"/>
            <a:ext cx="1367400" cy="1487100"/>
          </a:xfrm>
          <a:prstGeom prst="round2SameRect">
            <a:avLst>
              <a:gd fmla="val 16879" name="adj1"/>
              <a:gd fmla="val 0" name="adj2"/>
            </a:avLst>
          </a:prstGeom>
          <a:noFill/>
          <a:ln>
            <a:noFill/>
          </a:ln>
        </p:spPr>
      </p:sp>
      <p:sp>
        <p:nvSpPr>
          <p:cNvPr id="85" name="Google Shape;85;p6"/>
          <p:cNvSpPr txBox="1"/>
          <p:nvPr>
            <p:ph idx="15" type="subTitle"/>
          </p:nvPr>
        </p:nvSpPr>
        <p:spPr>
          <a:xfrm>
            <a:off x="4801325" y="3116499"/>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6" name="Google Shape;86;p6"/>
          <p:cNvSpPr txBox="1"/>
          <p:nvPr>
            <p:ph idx="16" type="subTitle"/>
          </p:nvPr>
        </p:nvSpPr>
        <p:spPr>
          <a:xfrm>
            <a:off x="4798850"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87" name="Google Shape;87;p6"/>
          <p:cNvSpPr/>
          <p:nvPr>
            <p:ph idx="17" type="pic"/>
          </p:nvPr>
        </p:nvSpPr>
        <p:spPr>
          <a:xfrm>
            <a:off x="6051138" y="1629400"/>
            <a:ext cx="1367400" cy="1487100"/>
          </a:xfrm>
          <a:prstGeom prst="round2SameRect">
            <a:avLst>
              <a:gd fmla="val 16879" name="adj1"/>
              <a:gd fmla="val 0" name="adj2"/>
            </a:avLst>
          </a:prstGeom>
          <a:noFill/>
          <a:ln>
            <a:noFill/>
          </a:ln>
        </p:spPr>
      </p:sp>
      <p:sp>
        <p:nvSpPr>
          <p:cNvPr id="88" name="Google Shape;88;p6"/>
          <p:cNvSpPr txBox="1"/>
          <p:nvPr>
            <p:ph idx="18" type="subTitle"/>
          </p:nvPr>
        </p:nvSpPr>
        <p:spPr>
          <a:xfrm>
            <a:off x="6243175" y="3116474"/>
            <a:ext cx="10827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89" name="Google Shape;89;p6"/>
          <p:cNvSpPr txBox="1"/>
          <p:nvPr>
            <p:ph idx="19" type="subTitle"/>
          </p:nvPr>
        </p:nvSpPr>
        <p:spPr>
          <a:xfrm>
            <a:off x="624068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0" name="Google Shape;90;p6"/>
          <p:cNvSpPr/>
          <p:nvPr>
            <p:ph idx="20" type="pic"/>
          </p:nvPr>
        </p:nvSpPr>
        <p:spPr>
          <a:xfrm>
            <a:off x="7492988" y="1629400"/>
            <a:ext cx="1367400" cy="1487100"/>
          </a:xfrm>
          <a:prstGeom prst="round2SameRect">
            <a:avLst>
              <a:gd fmla="val 16879" name="adj1"/>
              <a:gd fmla="val 0" name="adj2"/>
            </a:avLst>
          </a:prstGeom>
          <a:noFill/>
          <a:ln>
            <a:noFill/>
          </a:ln>
        </p:spPr>
      </p:sp>
      <p:sp>
        <p:nvSpPr>
          <p:cNvPr id="91" name="Google Shape;91;p6"/>
          <p:cNvSpPr txBox="1"/>
          <p:nvPr>
            <p:ph idx="21" type="subTitle"/>
          </p:nvPr>
        </p:nvSpPr>
        <p:spPr>
          <a:xfrm>
            <a:off x="7685025" y="3116475"/>
            <a:ext cx="1035600" cy="4482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accent1"/>
              </a:buClr>
              <a:buSzPts val="1200"/>
              <a:buFont typeface="Manrope SemiBold"/>
              <a:buNone/>
              <a:defRPr sz="1200">
                <a:solidFill>
                  <a:schemeClr val="accent1"/>
                </a:solidFill>
                <a:latin typeface="Manrope SemiBold"/>
                <a:ea typeface="Manrope SemiBold"/>
                <a:cs typeface="Manrope SemiBold"/>
                <a:sym typeface="Manrope SemiBold"/>
              </a:defRPr>
            </a:lvl1pPr>
            <a:lvl2pPr lvl="1">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2pPr>
            <a:lvl3pPr lvl="2">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3pPr>
            <a:lvl4pPr lvl="3">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4pPr>
            <a:lvl5pPr lvl="4">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5pPr>
            <a:lvl6pPr lvl="5">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6pPr>
            <a:lvl7pPr lvl="6">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7pPr>
            <a:lvl8pPr lvl="7">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8pPr>
            <a:lvl9pPr lvl="8">
              <a:lnSpc>
                <a:spcPct val="100000"/>
              </a:lnSpc>
              <a:spcBef>
                <a:spcPts val="0"/>
              </a:spcBef>
              <a:spcAft>
                <a:spcPts val="0"/>
              </a:spcAft>
              <a:buClr>
                <a:schemeClr val="accent1"/>
              </a:buClr>
              <a:buSzPts val="1600"/>
              <a:buFont typeface="Manrope Light"/>
              <a:buNone/>
              <a:defRPr sz="1600">
                <a:solidFill>
                  <a:schemeClr val="accent1"/>
                </a:solidFill>
                <a:latin typeface="Manrope Light"/>
                <a:ea typeface="Manrope Light"/>
                <a:cs typeface="Manrope Light"/>
                <a:sym typeface="Manrope Light"/>
              </a:defRPr>
            </a:lvl9pPr>
          </a:lstStyle>
          <a:p/>
        </p:txBody>
      </p:sp>
      <p:sp>
        <p:nvSpPr>
          <p:cNvPr id="92" name="Google Shape;92;p6"/>
          <p:cNvSpPr txBox="1"/>
          <p:nvPr>
            <p:ph idx="22" type="subTitle"/>
          </p:nvPr>
        </p:nvSpPr>
        <p:spPr>
          <a:xfrm>
            <a:off x="7682538" y="3857975"/>
            <a:ext cx="1082700" cy="4314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1">
  <p:cSld name="TITLE_ONLY_2">
    <p:spTree>
      <p:nvGrpSpPr>
        <p:cNvPr id="93" name="Shape 93"/>
        <p:cNvGrpSpPr/>
        <p:nvPr/>
      </p:nvGrpSpPr>
      <p:grpSpPr>
        <a:xfrm>
          <a:off x="0" y="0"/>
          <a:ext cx="0" cy="0"/>
          <a:chOff x="0" y="0"/>
          <a:chExt cx="0" cy="0"/>
        </a:xfrm>
      </p:grpSpPr>
      <p:sp>
        <p:nvSpPr>
          <p:cNvPr id="94" name="Google Shape;94;p7"/>
          <p:cNvSpPr txBox="1"/>
          <p:nvPr>
            <p:ph idx="1" type="body"/>
          </p:nvPr>
        </p:nvSpPr>
        <p:spPr>
          <a:xfrm>
            <a:off x="7211300" y="247090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5" name="Google Shape;95;p7"/>
          <p:cNvSpPr txBox="1"/>
          <p:nvPr>
            <p:ph idx="2" type="body"/>
          </p:nvPr>
        </p:nvSpPr>
        <p:spPr>
          <a:xfrm>
            <a:off x="7211300" y="3003697"/>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6" name="Google Shape;96;p7"/>
          <p:cNvSpPr txBox="1"/>
          <p:nvPr>
            <p:ph idx="3" type="body"/>
          </p:nvPr>
        </p:nvSpPr>
        <p:spPr>
          <a:xfrm>
            <a:off x="7211300" y="3538053"/>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7" name="Google Shape;97;p7"/>
          <p:cNvSpPr txBox="1"/>
          <p:nvPr>
            <p:ph idx="4" type="body"/>
          </p:nvPr>
        </p:nvSpPr>
        <p:spPr>
          <a:xfrm>
            <a:off x="7211300" y="4075455"/>
            <a:ext cx="1649100" cy="2499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
        <p:nvSpPr>
          <p:cNvPr id="98" name="Google Shape;98;p7"/>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7"/>
          <p:cNvSpPr txBox="1"/>
          <p:nvPr>
            <p:ph idx="5"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00" name="Google Shape;100;p7"/>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1" name="Google Shape;101;p7"/>
          <p:cNvSpPr txBox="1"/>
          <p:nvPr>
            <p:ph idx="6" type="subTitle"/>
          </p:nvPr>
        </p:nvSpPr>
        <p:spPr>
          <a:xfrm>
            <a:off x="409850" y="246712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2" name="Google Shape;102;p7"/>
          <p:cNvSpPr txBox="1"/>
          <p:nvPr>
            <p:ph idx="7" type="subTitle"/>
          </p:nvPr>
        </p:nvSpPr>
        <p:spPr>
          <a:xfrm>
            <a:off x="409850" y="3001485"/>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3" name="Google Shape;103;p7"/>
          <p:cNvSpPr txBox="1"/>
          <p:nvPr>
            <p:ph idx="8" type="subTitle"/>
          </p:nvPr>
        </p:nvSpPr>
        <p:spPr>
          <a:xfrm>
            <a:off x="409850" y="3535857"/>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4" name="Google Shape;104;p7"/>
          <p:cNvSpPr txBox="1"/>
          <p:nvPr>
            <p:ph idx="9" type="subTitle"/>
          </p:nvPr>
        </p:nvSpPr>
        <p:spPr>
          <a:xfrm>
            <a:off x="409850" y="4070229"/>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5" name="Google Shape;105;p7"/>
          <p:cNvSpPr txBox="1"/>
          <p:nvPr>
            <p:ph idx="13" type="subTitle"/>
          </p:nvPr>
        </p:nvSpPr>
        <p:spPr>
          <a:xfrm>
            <a:off x="409850" y="4604601"/>
            <a:ext cx="1832400" cy="2499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1pPr>
            <a:lvl2pPr lvl="1">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2pPr>
            <a:lvl3pPr lvl="2">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3pPr>
            <a:lvl4pPr lvl="3">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4pPr>
            <a:lvl5pPr lvl="4">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5pPr>
            <a:lvl6pPr lvl="5">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6pPr>
            <a:lvl7pPr lvl="6">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7pPr>
            <a:lvl8pPr lvl="7">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8pPr>
            <a:lvl9pPr lvl="8">
              <a:lnSpc>
                <a:spcPct val="100000"/>
              </a:lnSpc>
              <a:spcBef>
                <a:spcPts val="0"/>
              </a:spcBef>
              <a:spcAft>
                <a:spcPts val="0"/>
              </a:spcAft>
              <a:buSzPts val="900"/>
              <a:buFont typeface="Manrope SemiBold"/>
              <a:buNone/>
              <a:defRPr sz="900">
                <a:latin typeface="Manrope SemiBold"/>
                <a:ea typeface="Manrope SemiBold"/>
                <a:cs typeface="Manrope SemiBold"/>
                <a:sym typeface="Manrope SemiBold"/>
              </a:defRPr>
            </a:lvl9pPr>
          </a:lstStyle>
          <a:p/>
        </p:txBody>
      </p:sp>
      <p:sp>
        <p:nvSpPr>
          <p:cNvPr id="106" name="Google Shape;106;p7"/>
          <p:cNvSpPr txBox="1"/>
          <p:nvPr>
            <p:ph idx="14" type="subTitle"/>
          </p:nvPr>
        </p:nvSpPr>
        <p:spPr>
          <a:xfrm>
            <a:off x="25248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7" name="Google Shape;107;p7"/>
          <p:cNvSpPr txBox="1"/>
          <p:nvPr>
            <p:ph idx="15" type="subTitle"/>
          </p:nvPr>
        </p:nvSpPr>
        <p:spPr>
          <a:xfrm>
            <a:off x="4138800"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8" name="Google Shape;108;p7"/>
          <p:cNvSpPr txBox="1"/>
          <p:nvPr>
            <p:ph idx="16" type="subTitle"/>
          </p:nvPr>
        </p:nvSpPr>
        <p:spPr>
          <a:xfrm>
            <a:off x="5671025" y="1989289"/>
            <a:ext cx="8664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gn="ctr">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09" name="Google Shape;109;p7"/>
          <p:cNvSpPr txBox="1"/>
          <p:nvPr>
            <p:ph idx="17" type="subTitle"/>
          </p:nvPr>
        </p:nvSpPr>
        <p:spPr>
          <a:xfrm>
            <a:off x="7230083" y="1989300"/>
            <a:ext cx="1793100" cy="1215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1pPr>
            <a:lvl2pPr lvl="1">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2pPr>
            <a:lvl3pPr lvl="2">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3pPr>
            <a:lvl4pPr lvl="3">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4pPr>
            <a:lvl5pPr lvl="4">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5pPr>
            <a:lvl6pPr lvl="5">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6pPr>
            <a:lvl7pPr lvl="6">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7pPr>
            <a:lvl8pPr lvl="7">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8pPr>
            <a:lvl9pPr lvl="8">
              <a:lnSpc>
                <a:spcPct val="100000"/>
              </a:lnSpc>
              <a:spcBef>
                <a:spcPts val="0"/>
              </a:spcBef>
              <a:spcAft>
                <a:spcPts val="0"/>
              </a:spcAft>
              <a:buSzPts val="900"/>
              <a:buFont typeface="Manrope Medium"/>
              <a:buNone/>
              <a:defRPr sz="900">
                <a:latin typeface="Manrope Medium"/>
                <a:ea typeface="Manrope Medium"/>
                <a:cs typeface="Manrope Medium"/>
                <a:sym typeface="Manrope Medium"/>
              </a:defRPr>
            </a:lvl9pPr>
          </a:lstStyle>
          <a:p/>
        </p:txBody>
      </p:sp>
      <p:sp>
        <p:nvSpPr>
          <p:cNvPr id="110" name="Google Shape;110;p7"/>
          <p:cNvSpPr txBox="1"/>
          <p:nvPr>
            <p:ph idx="18" type="subTitle"/>
          </p:nvPr>
        </p:nvSpPr>
        <p:spPr>
          <a:xfrm>
            <a:off x="2443075"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1" name="Google Shape;111;p7"/>
          <p:cNvSpPr txBox="1"/>
          <p:nvPr>
            <p:ph idx="19" type="subTitle"/>
          </p:nvPr>
        </p:nvSpPr>
        <p:spPr>
          <a:xfrm>
            <a:off x="2443075"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2" name="Google Shape;112;p7"/>
          <p:cNvSpPr txBox="1"/>
          <p:nvPr>
            <p:ph idx="20" type="subTitle"/>
          </p:nvPr>
        </p:nvSpPr>
        <p:spPr>
          <a:xfrm>
            <a:off x="2443075"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3" name="Google Shape;113;p7"/>
          <p:cNvSpPr txBox="1"/>
          <p:nvPr>
            <p:ph idx="21" type="subTitle"/>
          </p:nvPr>
        </p:nvSpPr>
        <p:spPr>
          <a:xfrm>
            <a:off x="2443075"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4" name="Google Shape;114;p7"/>
          <p:cNvSpPr txBox="1"/>
          <p:nvPr>
            <p:ph idx="22" type="subTitle"/>
          </p:nvPr>
        </p:nvSpPr>
        <p:spPr>
          <a:xfrm>
            <a:off x="2443075"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5" name="Google Shape;115;p7"/>
          <p:cNvSpPr txBox="1"/>
          <p:nvPr>
            <p:ph idx="23" type="subTitle"/>
          </p:nvPr>
        </p:nvSpPr>
        <p:spPr>
          <a:xfrm>
            <a:off x="40570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6" name="Google Shape;116;p7"/>
          <p:cNvSpPr txBox="1"/>
          <p:nvPr>
            <p:ph idx="24" type="subTitle"/>
          </p:nvPr>
        </p:nvSpPr>
        <p:spPr>
          <a:xfrm>
            <a:off x="40570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7" name="Google Shape;117;p7"/>
          <p:cNvSpPr txBox="1"/>
          <p:nvPr>
            <p:ph idx="25" type="subTitle"/>
          </p:nvPr>
        </p:nvSpPr>
        <p:spPr>
          <a:xfrm>
            <a:off x="40570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8" name="Google Shape;118;p7"/>
          <p:cNvSpPr txBox="1"/>
          <p:nvPr>
            <p:ph idx="26" type="subTitle"/>
          </p:nvPr>
        </p:nvSpPr>
        <p:spPr>
          <a:xfrm>
            <a:off x="40570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19" name="Google Shape;119;p7"/>
          <p:cNvSpPr txBox="1"/>
          <p:nvPr>
            <p:ph idx="27" type="subTitle"/>
          </p:nvPr>
        </p:nvSpPr>
        <p:spPr>
          <a:xfrm>
            <a:off x="40570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0" name="Google Shape;120;p7"/>
          <p:cNvSpPr txBox="1"/>
          <p:nvPr>
            <p:ph idx="28" type="subTitle"/>
          </p:nvPr>
        </p:nvSpPr>
        <p:spPr>
          <a:xfrm>
            <a:off x="5589750" y="2548775"/>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1" name="Google Shape;121;p7"/>
          <p:cNvSpPr txBox="1"/>
          <p:nvPr>
            <p:ph idx="29" type="subTitle"/>
          </p:nvPr>
        </p:nvSpPr>
        <p:spPr>
          <a:xfrm>
            <a:off x="5589750" y="30865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2" name="Google Shape;122;p7"/>
          <p:cNvSpPr txBox="1"/>
          <p:nvPr>
            <p:ph idx="30" type="subTitle"/>
          </p:nvPr>
        </p:nvSpPr>
        <p:spPr>
          <a:xfrm>
            <a:off x="5589750" y="3624363"/>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3" name="Google Shape;123;p7"/>
          <p:cNvSpPr txBox="1"/>
          <p:nvPr>
            <p:ph idx="31" type="subTitle"/>
          </p:nvPr>
        </p:nvSpPr>
        <p:spPr>
          <a:xfrm>
            <a:off x="5589750" y="41579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4" name="Google Shape;124;p7"/>
          <p:cNvSpPr txBox="1"/>
          <p:nvPr>
            <p:ph idx="32" type="subTitle"/>
          </p:nvPr>
        </p:nvSpPr>
        <p:spPr>
          <a:xfrm>
            <a:off x="5589750" y="4691586"/>
            <a:ext cx="1029900" cy="121500"/>
          </a:xfrm>
          <a:prstGeom prst="rect">
            <a:avLst/>
          </a:prstGeom>
        </p:spPr>
        <p:txBody>
          <a:bodyPr anchorCtr="0" anchor="b" bIns="0" lIns="0" spcFirstLastPara="1" rIns="0" wrap="square" tIns="0">
            <a:noAutofit/>
          </a:bodyPr>
          <a:lstStyle>
            <a:lvl1pPr lvl="0" algn="ctr">
              <a:lnSpc>
                <a:spcPct val="100000"/>
              </a:lnSpc>
              <a:spcBef>
                <a:spcPts val="0"/>
              </a:spcBef>
              <a:spcAft>
                <a:spcPts val="0"/>
              </a:spcAft>
              <a:buSzPts val="1200"/>
              <a:buFont typeface="Manrope"/>
              <a:buNone/>
              <a:defRPr sz="1200">
                <a:latin typeface="Manrope"/>
                <a:ea typeface="Manrope"/>
                <a:cs typeface="Manrope"/>
                <a:sym typeface="Manrope"/>
              </a:defRPr>
            </a:lvl1pPr>
            <a:lvl2pPr lvl="1" algn="ctr">
              <a:lnSpc>
                <a:spcPct val="100000"/>
              </a:lnSpc>
              <a:spcBef>
                <a:spcPts val="0"/>
              </a:spcBef>
              <a:spcAft>
                <a:spcPts val="0"/>
              </a:spcAft>
              <a:buSzPts val="900"/>
              <a:buFont typeface="Manrope"/>
              <a:buNone/>
              <a:defRPr sz="900">
                <a:latin typeface="Manrope"/>
                <a:ea typeface="Manrope"/>
                <a:cs typeface="Manrope"/>
                <a:sym typeface="Manrope"/>
              </a:defRPr>
            </a:lvl2pPr>
            <a:lvl3pPr lvl="2" algn="ctr">
              <a:lnSpc>
                <a:spcPct val="100000"/>
              </a:lnSpc>
              <a:spcBef>
                <a:spcPts val="0"/>
              </a:spcBef>
              <a:spcAft>
                <a:spcPts val="0"/>
              </a:spcAft>
              <a:buSzPts val="900"/>
              <a:buFont typeface="Manrope"/>
              <a:buNone/>
              <a:defRPr sz="900">
                <a:latin typeface="Manrope"/>
                <a:ea typeface="Manrope"/>
                <a:cs typeface="Manrope"/>
                <a:sym typeface="Manrope"/>
              </a:defRPr>
            </a:lvl3pPr>
            <a:lvl4pPr lvl="3" algn="ctr">
              <a:lnSpc>
                <a:spcPct val="100000"/>
              </a:lnSpc>
              <a:spcBef>
                <a:spcPts val="0"/>
              </a:spcBef>
              <a:spcAft>
                <a:spcPts val="0"/>
              </a:spcAft>
              <a:buSzPts val="900"/>
              <a:buFont typeface="Manrope"/>
              <a:buNone/>
              <a:defRPr sz="900">
                <a:latin typeface="Manrope"/>
                <a:ea typeface="Manrope"/>
                <a:cs typeface="Manrope"/>
                <a:sym typeface="Manrope"/>
              </a:defRPr>
            </a:lvl4pPr>
            <a:lvl5pPr lvl="4" algn="ctr">
              <a:lnSpc>
                <a:spcPct val="100000"/>
              </a:lnSpc>
              <a:spcBef>
                <a:spcPts val="0"/>
              </a:spcBef>
              <a:spcAft>
                <a:spcPts val="0"/>
              </a:spcAft>
              <a:buSzPts val="900"/>
              <a:buFont typeface="Manrope"/>
              <a:buNone/>
              <a:defRPr sz="900">
                <a:latin typeface="Manrope"/>
                <a:ea typeface="Manrope"/>
                <a:cs typeface="Manrope"/>
                <a:sym typeface="Manrope"/>
              </a:defRPr>
            </a:lvl5pPr>
            <a:lvl6pPr lvl="5" algn="ctr">
              <a:lnSpc>
                <a:spcPct val="100000"/>
              </a:lnSpc>
              <a:spcBef>
                <a:spcPts val="0"/>
              </a:spcBef>
              <a:spcAft>
                <a:spcPts val="0"/>
              </a:spcAft>
              <a:buSzPts val="900"/>
              <a:buFont typeface="Manrope"/>
              <a:buNone/>
              <a:defRPr sz="900">
                <a:latin typeface="Manrope"/>
                <a:ea typeface="Manrope"/>
                <a:cs typeface="Manrope"/>
                <a:sym typeface="Manrope"/>
              </a:defRPr>
            </a:lvl6pPr>
            <a:lvl7pPr lvl="6" algn="ctr">
              <a:lnSpc>
                <a:spcPct val="100000"/>
              </a:lnSpc>
              <a:spcBef>
                <a:spcPts val="0"/>
              </a:spcBef>
              <a:spcAft>
                <a:spcPts val="0"/>
              </a:spcAft>
              <a:buSzPts val="900"/>
              <a:buFont typeface="Manrope"/>
              <a:buNone/>
              <a:defRPr sz="900">
                <a:latin typeface="Manrope"/>
                <a:ea typeface="Manrope"/>
                <a:cs typeface="Manrope"/>
                <a:sym typeface="Manrope"/>
              </a:defRPr>
            </a:lvl7pPr>
            <a:lvl8pPr lvl="7" algn="ctr">
              <a:lnSpc>
                <a:spcPct val="100000"/>
              </a:lnSpc>
              <a:spcBef>
                <a:spcPts val="0"/>
              </a:spcBef>
              <a:spcAft>
                <a:spcPts val="0"/>
              </a:spcAft>
              <a:buSzPts val="900"/>
              <a:buFont typeface="Manrope"/>
              <a:buNone/>
              <a:defRPr sz="900">
                <a:latin typeface="Manrope"/>
                <a:ea typeface="Manrope"/>
                <a:cs typeface="Manrope"/>
                <a:sym typeface="Manrope"/>
              </a:defRPr>
            </a:lvl8pPr>
            <a:lvl9pPr lvl="8" algn="ctr">
              <a:lnSpc>
                <a:spcPct val="100000"/>
              </a:lnSpc>
              <a:spcBef>
                <a:spcPts val="0"/>
              </a:spcBef>
              <a:spcAft>
                <a:spcPts val="0"/>
              </a:spcAft>
              <a:buSzPts val="900"/>
              <a:buFont typeface="Manrope"/>
              <a:buNone/>
              <a:defRPr sz="900">
                <a:latin typeface="Manrope"/>
                <a:ea typeface="Manrope"/>
                <a:cs typeface="Manrope"/>
                <a:sym typeface="Manrope"/>
              </a:defRPr>
            </a:lvl9pPr>
          </a:lstStyle>
          <a:p/>
        </p:txBody>
      </p:sp>
      <p:sp>
        <p:nvSpPr>
          <p:cNvPr id="125" name="Google Shape;125;p7"/>
          <p:cNvSpPr txBox="1"/>
          <p:nvPr>
            <p:ph idx="33" type="body"/>
          </p:nvPr>
        </p:nvSpPr>
        <p:spPr>
          <a:xfrm>
            <a:off x="7211300" y="4608150"/>
            <a:ext cx="1649100" cy="246300"/>
          </a:xfrm>
          <a:prstGeom prst="rect">
            <a:avLst/>
          </a:prstGeom>
        </p:spPr>
        <p:txBody>
          <a:bodyPr anchorCtr="0" anchor="t" bIns="0" lIns="0" spcFirstLastPara="1" rIns="0" wrap="square" tIns="0">
            <a:spAutoFit/>
          </a:bodyPr>
          <a:lstStyle>
            <a:lvl1pPr indent="-279400" lvl="0" marL="457200">
              <a:lnSpc>
                <a:spcPct val="100000"/>
              </a:lnSpc>
              <a:spcBef>
                <a:spcPts val="0"/>
              </a:spcBef>
              <a:spcAft>
                <a:spcPts val="0"/>
              </a:spcAft>
              <a:buSzPts val="800"/>
              <a:buFont typeface="Manrope"/>
              <a:buChar char="●"/>
              <a:defRPr sz="800">
                <a:latin typeface="Manrope"/>
                <a:ea typeface="Manrope"/>
                <a:cs typeface="Manrope"/>
                <a:sym typeface="Manrope"/>
              </a:defRPr>
            </a:lvl1pPr>
            <a:lvl2pPr indent="-279400" lvl="1" marL="914400">
              <a:lnSpc>
                <a:spcPct val="100000"/>
              </a:lnSpc>
              <a:spcBef>
                <a:spcPts val="0"/>
              </a:spcBef>
              <a:spcAft>
                <a:spcPts val="0"/>
              </a:spcAft>
              <a:buSzPts val="800"/>
              <a:buFont typeface="Manrope"/>
              <a:buChar char="○"/>
              <a:defRPr sz="800">
                <a:latin typeface="Manrope"/>
                <a:ea typeface="Manrope"/>
                <a:cs typeface="Manrope"/>
                <a:sym typeface="Manrope"/>
              </a:defRPr>
            </a:lvl2pPr>
            <a:lvl3pPr indent="-279400" lvl="2" marL="1371600">
              <a:lnSpc>
                <a:spcPct val="100000"/>
              </a:lnSpc>
              <a:spcBef>
                <a:spcPts val="0"/>
              </a:spcBef>
              <a:spcAft>
                <a:spcPts val="0"/>
              </a:spcAft>
              <a:buSzPts val="800"/>
              <a:buFont typeface="Manrope"/>
              <a:buChar char="■"/>
              <a:defRPr sz="800">
                <a:latin typeface="Manrope"/>
                <a:ea typeface="Manrope"/>
                <a:cs typeface="Manrope"/>
                <a:sym typeface="Manrope"/>
              </a:defRPr>
            </a:lvl3pPr>
            <a:lvl4pPr indent="-279400" lvl="3" marL="1828800">
              <a:lnSpc>
                <a:spcPct val="100000"/>
              </a:lnSpc>
              <a:spcBef>
                <a:spcPts val="0"/>
              </a:spcBef>
              <a:spcAft>
                <a:spcPts val="0"/>
              </a:spcAft>
              <a:buSzPts val="800"/>
              <a:buFont typeface="Manrope"/>
              <a:buChar char="●"/>
              <a:defRPr sz="800">
                <a:latin typeface="Manrope"/>
                <a:ea typeface="Manrope"/>
                <a:cs typeface="Manrope"/>
                <a:sym typeface="Manrope"/>
              </a:defRPr>
            </a:lvl4pPr>
            <a:lvl5pPr indent="-279400" lvl="4" marL="2286000">
              <a:lnSpc>
                <a:spcPct val="100000"/>
              </a:lnSpc>
              <a:spcBef>
                <a:spcPts val="0"/>
              </a:spcBef>
              <a:spcAft>
                <a:spcPts val="0"/>
              </a:spcAft>
              <a:buSzPts val="800"/>
              <a:buFont typeface="Manrope"/>
              <a:buChar char="○"/>
              <a:defRPr sz="800">
                <a:latin typeface="Manrope"/>
                <a:ea typeface="Manrope"/>
                <a:cs typeface="Manrope"/>
                <a:sym typeface="Manrope"/>
              </a:defRPr>
            </a:lvl5pPr>
            <a:lvl6pPr indent="-279400" lvl="5" marL="2743200">
              <a:lnSpc>
                <a:spcPct val="100000"/>
              </a:lnSpc>
              <a:spcBef>
                <a:spcPts val="0"/>
              </a:spcBef>
              <a:spcAft>
                <a:spcPts val="0"/>
              </a:spcAft>
              <a:buSzPts val="800"/>
              <a:buFont typeface="Manrope"/>
              <a:buChar char="■"/>
              <a:defRPr sz="800">
                <a:latin typeface="Manrope"/>
                <a:ea typeface="Manrope"/>
                <a:cs typeface="Manrope"/>
                <a:sym typeface="Manrope"/>
              </a:defRPr>
            </a:lvl6pPr>
            <a:lvl7pPr indent="-279400" lvl="6" marL="3200400">
              <a:lnSpc>
                <a:spcPct val="100000"/>
              </a:lnSpc>
              <a:spcBef>
                <a:spcPts val="0"/>
              </a:spcBef>
              <a:spcAft>
                <a:spcPts val="0"/>
              </a:spcAft>
              <a:buSzPts val="800"/>
              <a:buFont typeface="Manrope"/>
              <a:buChar char="●"/>
              <a:defRPr sz="800">
                <a:latin typeface="Manrope"/>
                <a:ea typeface="Manrope"/>
                <a:cs typeface="Manrope"/>
                <a:sym typeface="Manrope"/>
              </a:defRPr>
            </a:lvl7pPr>
            <a:lvl8pPr indent="-279400" lvl="7" marL="3657600">
              <a:lnSpc>
                <a:spcPct val="100000"/>
              </a:lnSpc>
              <a:spcBef>
                <a:spcPts val="0"/>
              </a:spcBef>
              <a:spcAft>
                <a:spcPts val="0"/>
              </a:spcAft>
              <a:buSzPts val="800"/>
              <a:buFont typeface="Manrope"/>
              <a:buChar char="○"/>
              <a:defRPr sz="800">
                <a:latin typeface="Manrope"/>
                <a:ea typeface="Manrope"/>
                <a:cs typeface="Manrope"/>
                <a:sym typeface="Manrope"/>
              </a:defRPr>
            </a:lvl8pPr>
            <a:lvl9pPr indent="-279400" lvl="8" marL="4114800">
              <a:lnSpc>
                <a:spcPct val="100000"/>
              </a:lnSpc>
              <a:spcBef>
                <a:spcPts val="0"/>
              </a:spcBef>
              <a:spcAft>
                <a:spcPts val="0"/>
              </a:spcAft>
              <a:buSzPts val="800"/>
              <a:buFont typeface="Manrope"/>
              <a:buChar char="■"/>
              <a:defRPr sz="800">
                <a:latin typeface="Manrope"/>
                <a:ea typeface="Manrope"/>
                <a:cs typeface="Manrope"/>
                <a:sym typeface="Manrop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 graph ALT 2">
  <p:cSld name="TITLE_ONLY_2_1">
    <p:spTree>
      <p:nvGrpSpPr>
        <p:cNvPr id="126" name="Shape 126"/>
        <p:cNvGrpSpPr/>
        <p:nvPr/>
      </p:nvGrpSpPr>
      <p:grpSpPr>
        <a:xfrm>
          <a:off x="0" y="0"/>
          <a:ext cx="0" cy="0"/>
          <a:chOff x="0" y="0"/>
          <a:chExt cx="0" cy="0"/>
        </a:xfrm>
      </p:grpSpPr>
      <p:sp>
        <p:nvSpPr>
          <p:cNvPr id="127" name="Google Shape;127;p8"/>
          <p:cNvSpPr txBox="1"/>
          <p:nvPr>
            <p:ph type="title"/>
          </p:nvPr>
        </p:nvSpPr>
        <p:spPr>
          <a:xfrm>
            <a:off x="283475" y="639725"/>
            <a:ext cx="8385000" cy="596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cxnSp>
        <p:nvCxnSpPr>
          <p:cNvPr id="128" name="Google Shape;128;p8"/>
          <p:cNvCxnSpPr/>
          <p:nvPr/>
        </p:nvCxnSpPr>
        <p:spPr>
          <a:xfrm>
            <a:off x="1301425" y="306340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29" name="Google Shape;129;p8"/>
          <p:cNvCxnSpPr/>
          <p:nvPr/>
        </p:nvCxnSpPr>
        <p:spPr>
          <a:xfrm>
            <a:off x="1301425" y="347022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0" name="Google Shape;130;p8"/>
          <p:cNvCxnSpPr/>
          <p:nvPr/>
        </p:nvCxnSpPr>
        <p:spPr>
          <a:xfrm>
            <a:off x="1301425" y="3877050"/>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1" name="Google Shape;131;p8"/>
          <p:cNvCxnSpPr/>
          <p:nvPr/>
        </p:nvCxnSpPr>
        <p:spPr>
          <a:xfrm>
            <a:off x="1301425" y="4283875"/>
            <a:ext cx="7614000" cy="0"/>
          </a:xfrm>
          <a:prstGeom prst="straightConnector1">
            <a:avLst/>
          </a:prstGeom>
          <a:noFill/>
          <a:ln cap="flat" cmpd="sng" w="9525">
            <a:solidFill>
              <a:schemeClr val="dk2"/>
            </a:solidFill>
            <a:prstDash val="dot"/>
            <a:round/>
            <a:headEnd len="med" w="med" type="none"/>
            <a:tailEnd len="med" w="med" type="none"/>
          </a:ln>
        </p:spPr>
      </p:cxnSp>
      <p:cxnSp>
        <p:nvCxnSpPr>
          <p:cNvPr id="132" name="Google Shape;132;p8"/>
          <p:cNvCxnSpPr/>
          <p:nvPr/>
        </p:nvCxnSpPr>
        <p:spPr>
          <a:xfrm>
            <a:off x="1301425" y="4685000"/>
            <a:ext cx="7614000" cy="0"/>
          </a:xfrm>
          <a:prstGeom prst="straightConnector1">
            <a:avLst/>
          </a:prstGeom>
          <a:noFill/>
          <a:ln cap="flat" cmpd="sng" w="9525">
            <a:solidFill>
              <a:schemeClr val="dk2"/>
            </a:solidFill>
            <a:prstDash val="dot"/>
            <a:round/>
            <a:headEnd len="med" w="med" type="none"/>
            <a:tailEnd len="med" w="med" type="none"/>
          </a:ln>
        </p:spPr>
      </p:cxnSp>
      <p:sp>
        <p:nvSpPr>
          <p:cNvPr id="133" name="Google Shape;133;p8"/>
          <p:cNvSpPr txBox="1"/>
          <p:nvPr>
            <p:ph idx="1" type="subTitle"/>
          </p:nvPr>
        </p:nvSpPr>
        <p:spPr>
          <a:xfrm>
            <a:off x="360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4" name="Google Shape;134;p8"/>
          <p:cNvSpPr txBox="1"/>
          <p:nvPr>
            <p:ph idx="2" type="subTitle"/>
          </p:nvPr>
        </p:nvSpPr>
        <p:spPr>
          <a:xfrm>
            <a:off x="35401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5" name="Google Shape;135;p8"/>
          <p:cNvSpPr txBox="1"/>
          <p:nvPr>
            <p:ph idx="3" type="subTitle"/>
          </p:nvPr>
        </p:nvSpPr>
        <p:spPr>
          <a:xfrm>
            <a:off x="6206000" y="1999058"/>
            <a:ext cx="2013900" cy="249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1pPr>
            <a:lvl2pPr lvl="1">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2pPr>
            <a:lvl3pPr lvl="2">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3pPr>
            <a:lvl4pPr lvl="3">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4pPr>
            <a:lvl5pPr lvl="4">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5pPr>
            <a:lvl6pPr lvl="5">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6pPr>
            <a:lvl7pPr lvl="6">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7pPr>
            <a:lvl8pPr lvl="7">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8pPr>
            <a:lvl9pPr lvl="8">
              <a:lnSpc>
                <a:spcPct val="100000"/>
              </a:lnSpc>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36" name="Google Shape;136;p8"/>
          <p:cNvSpPr txBox="1"/>
          <p:nvPr>
            <p:ph idx="4" type="subTitle"/>
          </p:nvPr>
        </p:nvSpPr>
        <p:spPr>
          <a:xfrm>
            <a:off x="228600" y="2990096"/>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7" name="Google Shape;137;p8"/>
          <p:cNvSpPr txBox="1"/>
          <p:nvPr>
            <p:ph idx="5" type="subTitle"/>
          </p:nvPr>
        </p:nvSpPr>
        <p:spPr>
          <a:xfrm>
            <a:off x="228600" y="3385928"/>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8" name="Google Shape;138;p8"/>
          <p:cNvSpPr txBox="1"/>
          <p:nvPr>
            <p:ph idx="6" type="subTitle"/>
          </p:nvPr>
        </p:nvSpPr>
        <p:spPr>
          <a:xfrm>
            <a:off x="228600" y="3793667"/>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39" name="Google Shape;139;p8"/>
          <p:cNvSpPr txBox="1"/>
          <p:nvPr>
            <p:ph idx="7" type="subTitle"/>
          </p:nvPr>
        </p:nvSpPr>
        <p:spPr>
          <a:xfrm>
            <a:off x="228600" y="420539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0" name="Google Shape;140;p8"/>
          <p:cNvSpPr txBox="1"/>
          <p:nvPr>
            <p:ph idx="8" type="subTitle"/>
          </p:nvPr>
        </p:nvSpPr>
        <p:spPr>
          <a:xfrm>
            <a:off x="228600" y="4608040"/>
            <a:ext cx="1072800" cy="1539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1000"/>
              <a:buFont typeface="Manrope"/>
              <a:buNone/>
              <a:defRPr sz="1000">
                <a:latin typeface="Manrope"/>
                <a:ea typeface="Manrope"/>
                <a:cs typeface="Manrope"/>
                <a:sym typeface="Manrope"/>
              </a:defRPr>
            </a:lvl1pPr>
            <a:lvl2pPr lvl="1">
              <a:lnSpc>
                <a:spcPct val="100000"/>
              </a:lnSpc>
              <a:spcBef>
                <a:spcPts val="0"/>
              </a:spcBef>
              <a:spcAft>
                <a:spcPts val="0"/>
              </a:spcAft>
              <a:buSzPts val="1000"/>
              <a:buFont typeface="Manrope"/>
              <a:buNone/>
              <a:defRPr sz="1000">
                <a:latin typeface="Manrope"/>
                <a:ea typeface="Manrope"/>
                <a:cs typeface="Manrope"/>
                <a:sym typeface="Manrope"/>
              </a:defRPr>
            </a:lvl2pPr>
            <a:lvl3pPr lvl="2">
              <a:lnSpc>
                <a:spcPct val="100000"/>
              </a:lnSpc>
              <a:spcBef>
                <a:spcPts val="0"/>
              </a:spcBef>
              <a:spcAft>
                <a:spcPts val="0"/>
              </a:spcAft>
              <a:buSzPts val="1000"/>
              <a:buFont typeface="Manrope"/>
              <a:buNone/>
              <a:defRPr sz="1000">
                <a:latin typeface="Manrope"/>
                <a:ea typeface="Manrope"/>
                <a:cs typeface="Manrope"/>
                <a:sym typeface="Manrope"/>
              </a:defRPr>
            </a:lvl3pPr>
            <a:lvl4pPr lvl="3">
              <a:lnSpc>
                <a:spcPct val="100000"/>
              </a:lnSpc>
              <a:spcBef>
                <a:spcPts val="0"/>
              </a:spcBef>
              <a:spcAft>
                <a:spcPts val="0"/>
              </a:spcAft>
              <a:buSzPts val="1000"/>
              <a:buFont typeface="Manrope"/>
              <a:buNone/>
              <a:defRPr sz="1000">
                <a:latin typeface="Manrope"/>
                <a:ea typeface="Manrope"/>
                <a:cs typeface="Manrope"/>
                <a:sym typeface="Manrope"/>
              </a:defRPr>
            </a:lvl4pPr>
            <a:lvl5pPr lvl="4">
              <a:lnSpc>
                <a:spcPct val="100000"/>
              </a:lnSpc>
              <a:spcBef>
                <a:spcPts val="0"/>
              </a:spcBef>
              <a:spcAft>
                <a:spcPts val="0"/>
              </a:spcAft>
              <a:buSzPts val="1000"/>
              <a:buFont typeface="Manrope"/>
              <a:buNone/>
              <a:defRPr sz="1000">
                <a:latin typeface="Manrope"/>
                <a:ea typeface="Manrope"/>
                <a:cs typeface="Manrope"/>
                <a:sym typeface="Manrope"/>
              </a:defRPr>
            </a:lvl5pPr>
            <a:lvl6pPr lvl="5">
              <a:lnSpc>
                <a:spcPct val="100000"/>
              </a:lnSpc>
              <a:spcBef>
                <a:spcPts val="0"/>
              </a:spcBef>
              <a:spcAft>
                <a:spcPts val="0"/>
              </a:spcAft>
              <a:buSzPts val="1000"/>
              <a:buFont typeface="Manrope"/>
              <a:buNone/>
              <a:defRPr sz="1000">
                <a:latin typeface="Manrope"/>
                <a:ea typeface="Manrope"/>
                <a:cs typeface="Manrope"/>
                <a:sym typeface="Manrope"/>
              </a:defRPr>
            </a:lvl6pPr>
            <a:lvl7pPr lvl="6">
              <a:lnSpc>
                <a:spcPct val="100000"/>
              </a:lnSpc>
              <a:spcBef>
                <a:spcPts val="0"/>
              </a:spcBef>
              <a:spcAft>
                <a:spcPts val="0"/>
              </a:spcAft>
              <a:buSzPts val="1000"/>
              <a:buFont typeface="Manrope"/>
              <a:buNone/>
              <a:defRPr sz="1000">
                <a:latin typeface="Manrope"/>
                <a:ea typeface="Manrope"/>
                <a:cs typeface="Manrope"/>
                <a:sym typeface="Manrope"/>
              </a:defRPr>
            </a:lvl7pPr>
            <a:lvl8pPr lvl="7">
              <a:lnSpc>
                <a:spcPct val="100000"/>
              </a:lnSpc>
              <a:spcBef>
                <a:spcPts val="0"/>
              </a:spcBef>
              <a:spcAft>
                <a:spcPts val="0"/>
              </a:spcAft>
              <a:buSzPts val="1000"/>
              <a:buFont typeface="Manrope"/>
              <a:buNone/>
              <a:defRPr sz="1000">
                <a:latin typeface="Manrope"/>
                <a:ea typeface="Manrope"/>
                <a:cs typeface="Manrope"/>
                <a:sym typeface="Manrope"/>
              </a:defRPr>
            </a:lvl8pPr>
            <a:lvl9pPr lvl="8">
              <a:lnSpc>
                <a:spcPct val="100000"/>
              </a:lnSpc>
              <a:spcBef>
                <a:spcPts val="0"/>
              </a:spcBef>
              <a:spcAft>
                <a:spcPts val="0"/>
              </a:spcAft>
              <a:buSzPts val="1000"/>
              <a:buFont typeface="Manrope"/>
              <a:buNone/>
              <a:defRPr sz="1000">
                <a:latin typeface="Manrope"/>
                <a:ea typeface="Manrope"/>
                <a:cs typeface="Manrope"/>
                <a:sym typeface="Manrope"/>
              </a:defRPr>
            </a:lvl9pPr>
          </a:lstStyle>
          <a:p/>
        </p:txBody>
      </p:sp>
      <p:sp>
        <p:nvSpPr>
          <p:cNvPr id="141" name="Google Shape;141;p8"/>
          <p:cNvSpPr txBox="1"/>
          <p:nvPr>
            <p:ph idx="9"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and description">
  <p:cSld name="ONE_COLUMN_TEXT_1">
    <p:spTree>
      <p:nvGrpSpPr>
        <p:cNvPr id="142" name="Shape 142"/>
        <p:cNvGrpSpPr/>
        <p:nvPr/>
      </p:nvGrpSpPr>
      <p:grpSpPr>
        <a:xfrm>
          <a:off x="0" y="0"/>
          <a:ext cx="0" cy="0"/>
          <a:chOff x="0" y="0"/>
          <a:chExt cx="0" cy="0"/>
        </a:xfrm>
      </p:grpSpPr>
      <p:sp>
        <p:nvSpPr>
          <p:cNvPr id="143" name="Google Shape;143;p9"/>
          <p:cNvSpPr txBox="1"/>
          <p:nvPr>
            <p:ph idx="12" type="sldNum"/>
          </p:nvPr>
        </p:nvSpPr>
        <p:spPr>
          <a:xfrm>
            <a:off x="8311825" y="4696689"/>
            <a:ext cx="548700" cy="183000"/>
          </a:xfrm>
          <a:prstGeom prst="rect">
            <a:avLst/>
          </a:prstGeom>
        </p:spPr>
        <p:txBody>
          <a:bodyPr anchorCtr="0" anchor="b" bIns="0" lIns="91425" spcFirstLastPara="1" rIns="0" wrap="square" tIns="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45" name="Google Shape;145;p9"/>
          <p:cNvSpPr txBox="1"/>
          <p:nvPr>
            <p:ph idx="2" type="subTitle"/>
          </p:nvPr>
        </p:nvSpPr>
        <p:spPr>
          <a:xfrm>
            <a:off x="475500" y="203002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6" name="Google Shape;146;p9"/>
          <p:cNvSpPr txBox="1"/>
          <p:nvPr>
            <p:ph idx="3" type="subTitle"/>
          </p:nvPr>
        </p:nvSpPr>
        <p:spPr>
          <a:xfrm>
            <a:off x="475500" y="3058650"/>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7" name="Google Shape;147;p9"/>
          <p:cNvSpPr txBox="1"/>
          <p:nvPr>
            <p:ph idx="4" type="subTitle"/>
          </p:nvPr>
        </p:nvSpPr>
        <p:spPr>
          <a:xfrm>
            <a:off x="475500" y="4087275"/>
            <a:ext cx="3927900" cy="596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SemiBold"/>
              <a:buNone/>
              <a:defRPr sz="1200">
                <a:latin typeface="Manrope SemiBold"/>
                <a:ea typeface="Manrope SemiBold"/>
                <a:cs typeface="Manrope SemiBold"/>
                <a:sym typeface="Manrope SemiBold"/>
              </a:defRPr>
            </a:lvl2pPr>
            <a:lvl3pPr lvl="2">
              <a:spcBef>
                <a:spcPts val="0"/>
              </a:spcBef>
              <a:spcAft>
                <a:spcPts val="0"/>
              </a:spcAft>
              <a:buSzPts val="1200"/>
              <a:buFont typeface="Manrope SemiBold"/>
              <a:buNone/>
              <a:defRPr sz="1200">
                <a:latin typeface="Manrope SemiBold"/>
                <a:ea typeface="Manrope SemiBold"/>
                <a:cs typeface="Manrope SemiBold"/>
                <a:sym typeface="Manrope SemiBold"/>
              </a:defRPr>
            </a:lvl3pPr>
            <a:lvl4pPr lvl="3">
              <a:spcBef>
                <a:spcPts val="0"/>
              </a:spcBef>
              <a:spcAft>
                <a:spcPts val="0"/>
              </a:spcAft>
              <a:buSzPts val="1200"/>
              <a:buFont typeface="Manrope SemiBold"/>
              <a:buNone/>
              <a:defRPr sz="1200">
                <a:latin typeface="Manrope SemiBold"/>
                <a:ea typeface="Manrope SemiBold"/>
                <a:cs typeface="Manrope SemiBold"/>
                <a:sym typeface="Manrope SemiBold"/>
              </a:defRPr>
            </a:lvl4pPr>
            <a:lvl5pPr lvl="4">
              <a:spcBef>
                <a:spcPts val="0"/>
              </a:spcBef>
              <a:spcAft>
                <a:spcPts val="0"/>
              </a:spcAft>
              <a:buSzPts val="1200"/>
              <a:buFont typeface="Manrope SemiBold"/>
              <a:buNone/>
              <a:defRPr sz="1200">
                <a:latin typeface="Manrope SemiBold"/>
                <a:ea typeface="Manrope SemiBold"/>
                <a:cs typeface="Manrope SemiBold"/>
                <a:sym typeface="Manrope SemiBold"/>
              </a:defRPr>
            </a:lvl5pPr>
            <a:lvl6pPr lvl="5">
              <a:spcBef>
                <a:spcPts val="0"/>
              </a:spcBef>
              <a:spcAft>
                <a:spcPts val="0"/>
              </a:spcAft>
              <a:buSzPts val="1200"/>
              <a:buFont typeface="Manrope SemiBold"/>
              <a:buNone/>
              <a:defRPr sz="1200">
                <a:latin typeface="Manrope SemiBold"/>
                <a:ea typeface="Manrope SemiBold"/>
                <a:cs typeface="Manrope SemiBold"/>
                <a:sym typeface="Manrope SemiBold"/>
              </a:defRPr>
            </a:lvl6pPr>
            <a:lvl7pPr lvl="6">
              <a:spcBef>
                <a:spcPts val="0"/>
              </a:spcBef>
              <a:spcAft>
                <a:spcPts val="0"/>
              </a:spcAft>
              <a:buSzPts val="1200"/>
              <a:buFont typeface="Manrope SemiBold"/>
              <a:buNone/>
              <a:defRPr sz="1200">
                <a:latin typeface="Manrope SemiBold"/>
                <a:ea typeface="Manrope SemiBold"/>
                <a:cs typeface="Manrope SemiBold"/>
                <a:sym typeface="Manrope SemiBold"/>
              </a:defRPr>
            </a:lvl7pPr>
            <a:lvl8pPr lvl="7">
              <a:spcBef>
                <a:spcPts val="0"/>
              </a:spcBef>
              <a:spcAft>
                <a:spcPts val="0"/>
              </a:spcAft>
              <a:buSzPts val="1200"/>
              <a:buFont typeface="Manrope SemiBold"/>
              <a:buNone/>
              <a:defRPr sz="1200">
                <a:latin typeface="Manrope SemiBold"/>
                <a:ea typeface="Manrope SemiBold"/>
                <a:cs typeface="Manrope SemiBold"/>
                <a:sym typeface="Manrope SemiBold"/>
              </a:defRPr>
            </a:lvl8pPr>
            <a:lvl9pPr lvl="8">
              <a:spcBef>
                <a:spcPts val="0"/>
              </a:spcBef>
              <a:spcAft>
                <a:spcPts val="0"/>
              </a:spcAft>
              <a:buSzPts val="1200"/>
              <a:buFont typeface="Manrope SemiBold"/>
              <a:buNone/>
              <a:defRPr sz="1200">
                <a:latin typeface="Manrope SemiBold"/>
                <a:ea typeface="Manrope SemiBold"/>
                <a:cs typeface="Manrope SemiBold"/>
                <a:sym typeface="Manrope SemiBold"/>
              </a:defRPr>
            </a:lvl9pPr>
          </a:lstStyle>
          <a:p/>
        </p:txBody>
      </p:sp>
      <p:sp>
        <p:nvSpPr>
          <p:cNvPr id="148" name="Google Shape;148;p9"/>
          <p:cNvSpPr txBox="1"/>
          <p:nvPr>
            <p:ph idx="5" type="subTitle"/>
          </p:nvPr>
        </p:nvSpPr>
        <p:spPr>
          <a:xfrm>
            <a:off x="4663450" y="2280000"/>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49" name="Google Shape;149;p9"/>
          <p:cNvSpPr txBox="1"/>
          <p:nvPr>
            <p:ph idx="6" type="subTitle"/>
          </p:nvPr>
        </p:nvSpPr>
        <p:spPr>
          <a:xfrm>
            <a:off x="4663450" y="327782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0" name="Google Shape;150;p9"/>
          <p:cNvSpPr txBox="1"/>
          <p:nvPr>
            <p:ph idx="7" type="subTitle"/>
          </p:nvPr>
        </p:nvSpPr>
        <p:spPr>
          <a:xfrm>
            <a:off x="4663450" y="4313375"/>
            <a:ext cx="3415500" cy="5421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000"/>
              <a:buNone/>
              <a:defRPr sz="1000"/>
            </a:lvl1pPr>
            <a:lvl2pPr lvl="1">
              <a:spcBef>
                <a:spcPts val="0"/>
              </a:spcBef>
              <a:spcAft>
                <a:spcPts val="0"/>
              </a:spcAft>
              <a:buSzPts val="1000"/>
              <a:buFont typeface="Nunito SemiBold"/>
              <a:buNone/>
              <a:defRPr sz="1000">
                <a:latin typeface="Nunito SemiBold"/>
                <a:ea typeface="Nunito SemiBold"/>
                <a:cs typeface="Nunito SemiBold"/>
                <a:sym typeface="Nunito SemiBold"/>
              </a:defRPr>
            </a:lvl2pPr>
            <a:lvl3pPr lvl="2">
              <a:spcBef>
                <a:spcPts val="0"/>
              </a:spcBef>
              <a:spcAft>
                <a:spcPts val="0"/>
              </a:spcAft>
              <a:buSzPts val="1000"/>
              <a:buFont typeface="Nunito SemiBold"/>
              <a:buNone/>
              <a:defRPr sz="1000">
                <a:latin typeface="Nunito SemiBold"/>
                <a:ea typeface="Nunito SemiBold"/>
                <a:cs typeface="Nunito SemiBold"/>
                <a:sym typeface="Nunito SemiBold"/>
              </a:defRPr>
            </a:lvl3pPr>
            <a:lvl4pPr lvl="3">
              <a:spcBef>
                <a:spcPts val="0"/>
              </a:spcBef>
              <a:spcAft>
                <a:spcPts val="0"/>
              </a:spcAft>
              <a:buSzPts val="1000"/>
              <a:buFont typeface="Nunito SemiBold"/>
              <a:buNone/>
              <a:defRPr sz="1000">
                <a:latin typeface="Nunito SemiBold"/>
                <a:ea typeface="Nunito SemiBold"/>
                <a:cs typeface="Nunito SemiBold"/>
                <a:sym typeface="Nunito SemiBold"/>
              </a:defRPr>
            </a:lvl4pPr>
            <a:lvl5pPr lvl="4">
              <a:spcBef>
                <a:spcPts val="0"/>
              </a:spcBef>
              <a:spcAft>
                <a:spcPts val="0"/>
              </a:spcAft>
              <a:buSzPts val="1000"/>
              <a:buFont typeface="Nunito SemiBold"/>
              <a:buNone/>
              <a:defRPr sz="1000">
                <a:latin typeface="Nunito SemiBold"/>
                <a:ea typeface="Nunito SemiBold"/>
                <a:cs typeface="Nunito SemiBold"/>
                <a:sym typeface="Nunito SemiBold"/>
              </a:defRPr>
            </a:lvl5pPr>
            <a:lvl6pPr lvl="5">
              <a:spcBef>
                <a:spcPts val="0"/>
              </a:spcBef>
              <a:spcAft>
                <a:spcPts val="0"/>
              </a:spcAft>
              <a:buSzPts val="1000"/>
              <a:buFont typeface="Nunito SemiBold"/>
              <a:buNone/>
              <a:defRPr sz="1000">
                <a:latin typeface="Nunito SemiBold"/>
                <a:ea typeface="Nunito SemiBold"/>
                <a:cs typeface="Nunito SemiBold"/>
                <a:sym typeface="Nunito SemiBold"/>
              </a:defRPr>
            </a:lvl6pPr>
            <a:lvl7pPr lvl="6">
              <a:spcBef>
                <a:spcPts val="0"/>
              </a:spcBef>
              <a:spcAft>
                <a:spcPts val="0"/>
              </a:spcAft>
              <a:buSzPts val="1000"/>
              <a:buFont typeface="Nunito SemiBold"/>
              <a:buNone/>
              <a:defRPr sz="1000">
                <a:latin typeface="Nunito SemiBold"/>
                <a:ea typeface="Nunito SemiBold"/>
                <a:cs typeface="Nunito SemiBold"/>
                <a:sym typeface="Nunito SemiBold"/>
              </a:defRPr>
            </a:lvl7pPr>
            <a:lvl8pPr lvl="7">
              <a:spcBef>
                <a:spcPts val="0"/>
              </a:spcBef>
              <a:spcAft>
                <a:spcPts val="0"/>
              </a:spcAft>
              <a:buSzPts val="1000"/>
              <a:buFont typeface="Nunito SemiBold"/>
              <a:buNone/>
              <a:defRPr sz="1000">
                <a:latin typeface="Nunito SemiBold"/>
                <a:ea typeface="Nunito SemiBold"/>
                <a:cs typeface="Nunito SemiBold"/>
                <a:sym typeface="Nunito SemiBold"/>
              </a:defRPr>
            </a:lvl8pPr>
            <a:lvl9pPr lvl="8">
              <a:spcBef>
                <a:spcPts val="0"/>
              </a:spcBef>
              <a:spcAft>
                <a:spcPts val="0"/>
              </a:spcAft>
              <a:buSzPts val="1000"/>
              <a:buFont typeface="Nunito SemiBold"/>
              <a:buNone/>
              <a:defRPr sz="1000">
                <a:latin typeface="Nunito SemiBold"/>
                <a:ea typeface="Nunito SemiBold"/>
                <a:cs typeface="Nunito SemiBold"/>
                <a:sym typeface="Nunito SemiBold"/>
              </a:defRPr>
            </a:lvl9pPr>
          </a:lstStyle>
          <a:p/>
        </p:txBody>
      </p:sp>
      <p:sp>
        <p:nvSpPr>
          <p:cNvPr id="151" name="Google Shape;151;p9"/>
          <p:cNvSpPr txBox="1"/>
          <p:nvPr>
            <p:ph type="title"/>
          </p:nvPr>
        </p:nvSpPr>
        <p:spPr>
          <a:xfrm>
            <a:off x="283475" y="639721"/>
            <a:ext cx="5498100" cy="596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highlights">
  <p:cSld name="CUSTOM_3">
    <p:spTree>
      <p:nvGrpSpPr>
        <p:cNvPr id="152" name="Shape 152"/>
        <p:cNvGrpSpPr/>
        <p:nvPr/>
      </p:nvGrpSpPr>
      <p:grpSpPr>
        <a:xfrm>
          <a:off x="0" y="0"/>
          <a:ext cx="0" cy="0"/>
          <a:chOff x="0" y="0"/>
          <a:chExt cx="0" cy="0"/>
        </a:xfrm>
      </p:grpSpPr>
      <p:sp>
        <p:nvSpPr>
          <p:cNvPr id="153" name="Google Shape;153;p10"/>
          <p:cNvSpPr/>
          <p:nvPr>
            <p:ph idx="2" type="pic"/>
          </p:nvPr>
        </p:nvSpPr>
        <p:spPr>
          <a:xfrm rot="-5400000">
            <a:off x="6233650" y="2232175"/>
            <a:ext cx="3345000" cy="2488800"/>
          </a:xfrm>
          <a:prstGeom prst="round1Rect">
            <a:avLst>
              <a:gd fmla="val 9806" name="adj"/>
            </a:avLst>
          </a:prstGeom>
          <a:noFill/>
          <a:ln>
            <a:noFill/>
          </a:ln>
        </p:spPr>
      </p:sp>
      <p:sp>
        <p:nvSpPr>
          <p:cNvPr id="154" name="Google Shape;154;p10"/>
          <p:cNvSpPr/>
          <p:nvPr/>
        </p:nvSpPr>
        <p:spPr>
          <a:xfrm rot="-5400000">
            <a:off x="1762625" y="324225"/>
            <a:ext cx="3339000" cy="6297300"/>
          </a:xfrm>
          <a:prstGeom prst="round1Rect">
            <a:avLst>
              <a:gd fmla="val 8032" name="adj"/>
            </a:avLst>
          </a:prstGeom>
          <a:solidFill>
            <a:schemeClr val="lt1"/>
          </a:solidFill>
          <a:ln>
            <a:noFill/>
          </a:ln>
          <a:effectLst>
            <a:outerShdw blurRad="171450" rotWithShape="0" algn="bl" dir="13440000" dist="114300">
              <a:schemeClr val="dk1">
                <a:alpha val="392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155" name="Google Shape;155;p10"/>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56" name="Google Shape;156;p10"/>
          <p:cNvSpPr txBox="1"/>
          <p:nvPr>
            <p:ph type="title"/>
          </p:nvPr>
        </p:nvSpPr>
        <p:spPr>
          <a:xfrm>
            <a:off x="283475" y="639721"/>
            <a:ext cx="6382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57" name="Google Shape;157;p10"/>
          <p:cNvSpPr txBox="1"/>
          <p:nvPr>
            <p:ph idx="3" type="subTitle"/>
          </p:nvPr>
        </p:nvSpPr>
        <p:spPr>
          <a:xfrm>
            <a:off x="631750" y="2233000"/>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8" name="Google Shape;158;p10"/>
          <p:cNvSpPr txBox="1"/>
          <p:nvPr>
            <p:ph idx="4" type="subTitle"/>
          </p:nvPr>
        </p:nvSpPr>
        <p:spPr>
          <a:xfrm>
            <a:off x="631750" y="2920148"/>
            <a:ext cx="403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59" name="Google Shape;159;p10"/>
          <p:cNvSpPr txBox="1"/>
          <p:nvPr>
            <p:ph idx="5" type="subTitle"/>
          </p:nvPr>
        </p:nvSpPr>
        <p:spPr>
          <a:xfrm>
            <a:off x="631750" y="3626375"/>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0" name="Google Shape;160;p10"/>
          <p:cNvSpPr txBox="1"/>
          <p:nvPr>
            <p:ph idx="6" type="subTitle"/>
          </p:nvPr>
        </p:nvSpPr>
        <p:spPr>
          <a:xfrm>
            <a:off x="631750" y="4350794"/>
            <a:ext cx="403200" cy="1848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61" name="Google Shape;161;p10"/>
          <p:cNvSpPr txBox="1"/>
          <p:nvPr>
            <p:ph idx="7" type="subTitle"/>
          </p:nvPr>
        </p:nvSpPr>
        <p:spPr>
          <a:xfrm>
            <a:off x="1034951" y="2230436"/>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2" name="Google Shape;162;p10"/>
          <p:cNvSpPr txBox="1"/>
          <p:nvPr>
            <p:ph idx="8" type="subTitle"/>
          </p:nvPr>
        </p:nvSpPr>
        <p:spPr>
          <a:xfrm>
            <a:off x="1034951" y="2920148"/>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3" name="Google Shape;163;p10"/>
          <p:cNvSpPr txBox="1"/>
          <p:nvPr>
            <p:ph idx="9" type="subTitle"/>
          </p:nvPr>
        </p:nvSpPr>
        <p:spPr>
          <a:xfrm>
            <a:off x="1034951" y="3626375"/>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4" name="Google Shape;164;p10"/>
          <p:cNvSpPr txBox="1"/>
          <p:nvPr>
            <p:ph idx="13" type="subTitle"/>
          </p:nvPr>
        </p:nvSpPr>
        <p:spPr>
          <a:xfrm>
            <a:off x="1034951" y="4350794"/>
            <a:ext cx="1344600" cy="2535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a:buNone/>
              <a:defRPr b="1" sz="1000">
                <a:latin typeface="Manrope"/>
                <a:ea typeface="Manrope"/>
                <a:cs typeface="Manrope"/>
                <a:sym typeface="Manrope"/>
              </a:defRPr>
            </a:lvl1pPr>
            <a:lvl2pPr lvl="1">
              <a:spcBef>
                <a:spcPts val="0"/>
              </a:spcBef>
              <a:spcAft>
                <a:spcPts val="0"/>
              </a:spcAft>
              <a:buSzPts val="1400"/>
              <a:buFont typeface="Manrope SemiBold"/>
              <a:buNone/>
              <a:defRPr>
                <a:latin typeface="Manrope SemiBold"/>
                <a:ea typeface="Manrope SemiBold"/>
                <a:cs typeface="Manrope SemiBold"/>
                <a:sym typeface="Manrope SemiBold"/>
              </a:defRPr>
            </a:lvl2pPr>
            <a:lvl3pPr lvl="2">
              <a:spcBef>
                <a:spcPts val="0"/>
              </a:spcBef>
              <a:spcAft>
                <a:spcPts val="0"/>
              </a:spcAft>
              <a:buSzPts val="1400"/>
              <a:buFont typeface="Manrope SemiBold"/>
              <a:buNone/>
              <a:defRPr>
                <a:latin typeface="Manrope SemiBold"/>
                <a:ea typeface="Manrope SemiBold"/>
                <a:cs typeface="Manrope SemiBold"/>
                <a:sym typeface="Manrope SemiBold"/>
              </a:defRPr>
            </a:lvl3pPr>
            <a:lvl4pPr lvl="3">
              <a:spcBef>
                <a:spcPts val="0"/>
              </a:spcBef>
              <a:spcAft>
                <a:spcPts val="0"/>
              </a:spcAft>
              <a:buSzPts val="1400"/>
              <a:buFont typeface="Manrope SemiBold"/>
              <a:buNone/>
              <a:defRPr>
                <a:latin typeface="Manrope SemiBold"/>
                <a:ea typeface="Manrope SemiBold"/>
                <a:cs typeface="Manrope SemiBold"/>
                <a:sym typeface="Manrope SemiBold"/>
              </a:defRPr>
            </a:lvl4pPr>
            <a:lvl5pPr lvl="4">
              <a:spcBef>
                <a:spcPts val="0"/>
              </a:spcBef>
              <a:spcAft>
                <a:spcPts val="0"/>
              </a:spcAft>
              <a:buSzPts val="1400"/>
              <a:buFont typeface="Manrope SemiBold"/>
              <a:buNone/>
              <a:defRPr>
                <a:latin typeface="Manrope SemiBold"/>
                <a:ea typeface="Manrope SemiBold"/>
                <a:cs typeface="Manrope SemiBold"/>
                <a:sym typeface="Manrope SemiBold"/>
              </a:defRPr>
            </a:lvl5pPr>
            <a:lvl6pPr lvl="5">
              <a:spcBef>
                <a:spcPts val="0"/>
              </a:spcBef>
              <a:spcAft>
                <a:spcPts val="0"/>
              </a:spcAft>
              <a:buSzPts val="1400"/>
              <a:buFont typeface="Manrope SemiBold"/>
              <a:buNone/>
              <a:defRPr>
                <a:latin typeface="Manrope SemiBold"/>
                <a:ea typeface="Manrope SemiBold"/>
                <a:cs typeface="Manrope SemiBold"/>
                <a:sym typeface="Manrope SemiBold"/>
              </a:defRPr>
            </a:lvl6pPr>
            <a:lvl7pPr lvl="6">
              <a:spcBef>
                <a:spcPts val="0"/>
              </a:spcBef>
              <a:spcAft>
                <a:spcPts val="0"/>
              </a:spcAft>
              <a:buSzPts val="1400"/>
              <a:buFont typeface="Manrope SemiBold"/>
              <a:buNone/>
              <a:defRPr>
                <a:latin typeface="Manrope SemiBold"/>
                <a:ea typeface="Manrope SemiBold"/>
                <a:cs typeface="Manrope SemiBold"/>
                <a:sym typeface="Manrope SemiBold"/>
              </a:defRPr>
            </a:lvl7pPr>
            <a:lvl8pPr lvl="7">
              <a:spcBef>
                <a:spcPts val="0"/>
              </a:spcBef>
              <a:spcAft>
                <a:spcPts val="0"/>
              </a:spcAft>
              <a:buSzPts val="1400"/>
              <a:buFont typeface="Manrope SemiBold"/>
              <a:buNone/>
              <a:defRPr>
                <a:latin typeface="Manrope SemiBold"/>
                <a:ea typeface="Manrope SemiBold"/>
                <a:cs typeface="Manrope SemiBold"/>
                <a:sym typeface="Manrope SemiBold"/>
              </a:defRPr>
            </a:lvl8pPr>
            <a:lvl9pPr lvl="8">
              <a:spcBef>
                <a:spcPts val="0"/>
              </a:spcBef>
              <a:spcAft>
                <a:spcPts val="0"/>
              </a:spcAft>
              <a:buSzPts val="1400"/>
              <a:buFont typeface="Manrope SemiBold"/>
              <a:buNone/>
              <a:defRPr>
                <a:latin typeface="Manrope SemiBold"/>
                <a:ea typeface="Manrope SemiBold"/>
                <a:cs typeface="Manrope SemiBold"/>
                <a:sym typeface="Manrope SemiBold"/>
              </a:defRPr>
            </a:lvl9pPr>
          </a:lstStyle>
          <a:p/>
        </p:txBody>
      </p:sp>
      <p:sp>
        <p:nvSpPr>
          <p:cNvPr id="165" name="Google Shape;165;p10"/>
          <p:cNvSpPr txBox="1"/>
          <p:nvPr>
            <p:ph idx="14" type="subTitle"/>
          </p:nvPr>
        </p:nvSpPr>
        <p:spPr>
          <a:xfrm>
            <a:off x="2565575" y="2204175"/>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6" name="Google Shape;166;p10"/>
          <p:cNvSpPr txBox="1"/>
          <p:nvPr>
            <p:ph idx="15" type="subTitle"/>
          </p:nvPr>
        </p:nvSpPr>
        <p:spPr>
          <a:xfrm>
            <a:off x="2565575" y="2919881"/>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7" name="Google Shape;167;p10"/>
          <p:cNvSpPr txBox="1"/>
          <p:nvPr>
            <p:ph idx="16" type="subTitle"/>
          </p:nvPr>
        </p:nvSpPr>
        <p:spPr>
          <a:xfrm>
            <a:off x="2565575" y="3635670"/>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68" name="Google Shape;168;p10"/>
          <p:cNvSpPr txBox="1"/>
          <p:nvPr>
            <p:ph idx="17" type="subTitle"/>
          </p:nvPr>
        </p:nvSpPr>
        <p:spPr>
          <a:xfrm>
            <a:off x="2565575" y="4350299"/>
            <a:ext cx="3087300" cy="431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1">
  <p:cSld name="CUSTOM_4">
    <p:spTree>
      <p:nvGrpSpPr>
        <p:cNvPr id="169" name="Shape 169"/>
        <p:cNvGrpSpPr/>
        <p:nvPr/>
      </p:nvGrpSpPr>
      <p:grpSpPr>
        <a:xfrm>
          <a:off x="0" y="0"/>
          <a:ext cx="0" cy="0"/>
          <a:chOff x="0" y="0"/>
          <a:chExt cx="0" cy="0"/>
        </a:xfrm>
      </p:grpSpPr>
      <p:sp>
        <p:nvSpPr>
          <p:cNvPr id="170" name="Google Shape;170;p11"/>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1" name="Google Shape;171;p11"/>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2" name="Google Shape;172;p11"/>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3" name="Google Shape;173;p11"/>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
        <p:nvSpPr>
          <p:cNvPr id="174" name="Google Shape;174;p11"/>
          <p:cNvSpPr txBox="1"/>
          <p:nvPr>
            <p:ph idx="4"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2">
  <p:cSld name="CUSTOM_4_1">
    <p:spTree>
      <p:nvGrpSpPr>
        <p:cNvPr id="175" name="Shape 175"/>
        <p:cNvGrpSpPr/>
        <p:nvPr/>
      </p:nvGrpSpPr>
      <p:grpSpPr>
        <a:xfrm>
          <a:off x="0" y="0"/>
          <a:ext cx="0" cy="0"/>
          <a:chOff x="0" y="0"/>
          <a:chExt cx="0" cy="0"/>
        </a:xfrm>
      </p:grpSpPr>
      <p:sp>
        <p:nvSpPr>
          <p:cNvPr id="176" name="Google Shape;176;p12"/>
          <p:cNvSpPr txBox="1"/>
          <p:nvPr>
            <p:ph idx="1"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77" name="Google Shape;177;p12"/>
          <p:cNvSpPr txBox="1"/>
          <p:nvPr>
            <p:ph idx="2" type="subTitle"/>
          </p:nvPr>
        </p:nvSpPr>
        <p:spPr>
          <a:xfrm>
            <a:off x="3723388" y="2333194"/>
            <a:ext cx="2846400" cy="1422900"/>
          </a:xfrm>
          <a:prstGeom prst="rect">
            <a:avLst/>
          </a:prstGeom>
        </p:spPr>
        <p:txBody>
          <a:bodyPr anchorCtr="0" anchor="t" bIns="0" lIns="0" spcFirstLastPara="1" rIns="0" wrap="square" tIns="0">
            <a:normAutofit/>
          </a:bodyPr>
          <a:lstStyle>
            <a:lvl1pPr lvl="0">
              <a:spcBef>
                <a:spcPts val="0"/>
              </a:spcBef>
              <a:spcAft>
                <a:spcPts val="0"/>
              </a:spcAft>
              <a:buSzPts val="1400"/>
              <a:buFont typeface="Nunito Medium"/>
              <a:buNone/>
              <a:defRPr>
                <a:latin typeface="Nunito Medium"/>
                <a:ea typeface="Nunito Medium"/>
                <a:cs typeface="Nunito Medium"/>
                <a:sym typeface="Nunito Medium"/>
              </a:defRPr>
            </a:lvl1pPr>
            <a:lvl2pPr lvl="1">
              <a:spcBef>
                <a:spcPts val="0"/>
              </a:spcBef>
              <a:spcAft>
                <a:spcPts val="0"/>
              </a:spcAft>
              <a:buSzPts val="1400"/>
              <a:buFont typeface="Nunito Medium"/>
              <a:buNone/>
              <a:defRPr>
                <a:latin typeface="Nunito Medium"/>
                <a:ea typeface="Nunito Medium"/>
                <a:cs typeface="Nunito Medium"/>
                <a:sym typeface="Nunito Medium"/>
              </a:defRPr>
            </a:lvl2pPr>
            <a:lvl3pPr lvl="2">
              <a:spcBef>
                <a:spcPts val="0"/>
              </a:spcBef>
              <a:spcAft>
                <a:spcPts val="0"/>
              </a:spcAft>
              <a:buSzPts val="1400"/>
              <a:buFont typeface="Nunito Medium"/>
              <a:buNone/>
              <a:defRPr>
                <a:latin typeface="Nunito Medium"/>
                <a:ea typeface="Nunito Medium"/>
                <a:cs typeface="Nunito Medium"/>
                <a:sym typeface="Nunito Medium"/>
              </a:defRPr>
            </a:lvl3pPr>
            <a:lvl4pPr lvl="3">
              <a:spcBef>
                <a:spcPts val="0"/>
              </a:spcBef>
              <a:spcAft>
                <a:spcPts val="0"/>
              </a:spcAft>
              <a:buSzPts val="1400"/>
              <a:buFont typeface="Nunito Medium"/>
              <a:buNone/>
              <a:defRPr>
                <a:latin typeface="Nunito Medium"/>
                <a:ea typeface="Nunito Medium"/>
                <a:cs typeface="Nunito Medium"/>
                <a:sym typeface="Nunito Medium"/>
              </a:defRPr>
            </a:lvl4pPr>
            <a:lvl5pPr lvl="4">
              <a:spcBef>
                <a:spcPts val="0"/>
              </a:spcBef>
              <a:spcAft>
                <a:spcPts val="0"/>
              </a:spcAft>
              <a:buSzPts val="1400"/>
              <a:buFont typeface="Nunito Medium"/>
              <a:buNone/>
              <a:defRPr>
                <a:latin typeface="Nunito Medium"/>
                <a:ea typeface="Nunito Medium"/>
                <a:cs typeface="Nunito Medium"/>
                <a:sym typeface="Nunito Medium"/>
              </a:defRPr>
            </a:lvl5pPr>
            <a:lvl6pPr lvl="5">
              <a:spcBef>
                <a:spcPts val="0"/>
              </a:spcBef>
              <a:spcAft>
                <a:spcPts val="0"/>
              </a:spcAft>
              <a:buSzPts val="1400"/>
              <a:buFont typeface="Nunito Medium"/>
              <a:buNone/>
              <a:defRPr>
                <a:latin typeface="Nunito Medium"/>
                <a:ea typeface="Nunito Medium"/>
                <a:cs typeface="Nunito Medium"/>
                <a:sym typeface="Nunito Medium"/>
              </a:defRPr>
            </a:lvl6pPr>
            <a:lvl7pPr lvl="6">
              <a:spcBef>
                <a:spcPts val="0"/>
              </a:spcBef>
              <a:spcAft>
                <a:spcPts val="0"/>
              </a:spcAft>
              <a:buSzPts val="1400"/>
              <a:buFont typeface="Nunito Medium"/>
              <a:buNone/>
              <a:defRPr>
                <a:latin typeface="Nunito Medium"/>
                <a:ea typeface="Nunito Medium"/>
                <a:cs typeface="Nunito Medium"/>
                <a:sym typeface="Nunito Medium"/>
              </a:defRPr>
            </a:lvl7pPr>
            <a:lvl8pPr lvl="7">
              <a:spcBef>
                <a:spcPts val="0"/>
              </a:spcBef>
              <a:spcAft>
                <a:spcPts val="0"/>
              </a:spcAft>
              <a:buSzPts val="1400"/>
              <a:buFont typeface="Nunito Medium"/>
              <a:buNone/>
              <a:defRPr>
                <a:latin typeface="Nunito Medium"/>
                <a:ea typeface="Nunito Medium"/>
                <a:cs typeface="Nunito Medium"/>
                <a:sym typeface="Nunito Medium"/>
              </a:defRPr>
            </a:lvl8pPr>
            <a:lvl9pPr lvl="8">
              <a:spcBef>
                <a:spcPts val="0"/>
              </a:spcBef>
              <a:spcAft>
                <a:spcPts val="0"/>
              </a:spcAft>
              <a:buSzPts val="1400"/>
              <a:buFont typeface="Nunito Medium"/>
              <a:buNone/>
              <a:defRPr>
                <a:latin typeface="Nunito Medium"/>
                <a:ea typeface="Nunito Medium"/>
                <a:cs typeface="Nunito Medium"/>
                <a:sym typeface="Nunito Medium"/>
              </a:defRPr>
            </a:lvl9pPr>
          </a:lstStyle>
          <a:p/>
        </p:txBody>
      </p:sp>
      <p:sp>
        <p:nvSpPr>
          <p:cNvPr id="178" name="Google Shape;178;p12"/>
          <p:cNvSpPr txBox="1"/>
          <p:nvPr>
            <p:ph idx="3"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79" name="Google Shape;179;p12"/>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0" name="Google Shape;180;p12"/>
          <p:cNvSpPr txBox="1"/>
          <p:nvPr>
            <p:ph idx="4"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3">
  <p:cSld name="CUSTOM_4_1_1">
    <p:spTree>
      <p:nvGrpSpPr>
        <p:cNvPr id="181" name="Shape 181"/>
        <p:cNvGrpSpPr/>
        <p:nvPr/>
      </p:nvGrpSpPr>
      <p:grpSpPr>
        <a:xfrm>
          <a:off x="0" y="0"/>
          <a:ext cx="0" cy="0"/>
          <a:chOff x="0" y="0"/>
          <a:chExt cx="0" cy="0"/>
        </a:xfrm>
      </p:grpSpPr>
      <p:sp>
        <p:nvSpPr>
          <p:cNvPr id="182" name="Google Shape;182;p13"/>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3" name="Google Shape;183;p13"/>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4" name="Google Shape;184;p13"/>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85" name="Google Shape;185;p13"/>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 4">
  <p:cSld name="CUSTOM_4_1_1_1">
    <p:spTree>
      <p:nvGrpSpPr>
        <p:cNvPr id="186" name="Shape 186"/>
        <p:cNvGrpSpPr/>
        <p:nvPr/>
      </p:nvGrpSpPr>
      <p:grpSpPr>
        <a:xfrm>
          <a:off x="0" y="0"/>
          <a:ext cx="0" cy="0"/>
          <a:chOff x="0" y="0"/>
          <a:chExt cx="0" cy="0"/>
        </a:xfrm>
      </p:grpSpPr>
      <p:sp>
        <p:nvSpPr>
          <p:cNvPr id="187" name="Google Shape;187;p14"/>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88" name="Google Shape;188;p14"/>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89" name="Google Shape;189;p14"/>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0" name="Google Shape;190;p14"/>
          <p:cNvSpPr txBox="1"/>
          <p:nvPr>
            <p:ph idx="3" type="subTitle"/>
          </p:nvPr>
        </p:nvSpPr>
        <p:spPr>
          <a:xfrm>
            <a:off x="3723388" y="2061044"/>
            <a:ext cx="2275200" cy="165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Manrope Light"/>
              <a:buNone/>
              <a:defRPr sz="1000">
                <a:latin typeface="Manrope Light"/>
                <a:ea typeface="Manrope Light"/>
                <a:cs typeface="Manrope Light"/>
                <a:sym typeface="Manrope Light"/>
              </a:defRPr>
            </a:lvl1pPr>
            <a:lvl2pPr lvl="1">
              <a:spcBef>
                <a:spcPts val="0"/>
              </a:spcBef>
              <a:spcAft>
                <a:spcPts val="0"/>
              </a:spcAft>
              <a:buSzPts val="1000"/>
              <a:buFont typeface="Manrope SemiBold"/>
              <a:buNone/>
              <a:defRPr sz="1000">
                <a:latin typeface="Manrope SemiBold"/>
                <a:ea typeface="Manrope SemiBold"/>
                <a:cs typeface="Manrope SemiBold"/>
                <a:sym typeface="Manrope SemiBold"/>
              </a:defRPr>
            </a:lvl2pPr>
            <a:lvl3pPr lvl="2">
              <a:spcBef>
                <a:spcPts val="0"/>
              </a:spcBef>
              <a:spcAft>
                <a:spcPts val="0"/>
              </a:spcAft>
              <a:buSzPts val="1000"/>
              <a:buFont typeface="Manrope SemiBold"/>
              <a:buNone/>
              <a:defRPr sz="1000">
                <a:latin typeface="Manrope SemiBold"/>
                <a:ea typeface="Manrope SemiBold"/>
                <a:cs typeface="Manrope SemiBold"/>
                <a:sym typeface="Manrope SemiBold"/>
              </a:defRPr>
            </a:lvl3pPr>
            <a:lvl4pPr lvl="3">
              <a:spcBef>
                <a:spcPts val="0"/>
              </a:spcBef>
              <a:spcAft>
                <a:spcPts val="0"/>
              </a:spcAft>
              <a:buSzPts val="1000"/>
              <a:buFont typeface="Manrope SemiBold"/>
              <a:buNone/>
              <a:defRPr sz="1000">
                <a:latin typeface="Manrope SemiBold"/>
                <a:ea typeface="Manrope SemiBold"/>
                <a:cs typeface="Manrope SemiBold"/>
                <a:sym typeface="Manrope SemiBold"/>
              </a:defRPr>
            </a:lvl4pPr>
            <a:lvl5pPr lvl="4">
              <a:spcBef>
                <a:spcPts val="0"/>
              </a:spcBef>
              <a:spcAft>
                <a:spcPts val="0"/>
              </a:spcAft>
              <a:buSzPts val="1000"/>
              <a:buFont typeface="Manrope SemiBold"/>
              <a:buNone/>
              <a:defRPr sz="1000">
                <a:latin typeface="Manrope SemiBold"/>
                <a:ea typeface="Manrope SemiBold"/>
                <a:cs typeface="Manrope SemiBold"/>
                <a:sym typeface="Manrope SemiBold"/>
              </a:defRPr>
            </a:lvl5pPr>
            <a:lvl6pPr lvl="5">
              <a:spcBef>
                <a:spcPts val="0"/>
              </a:spcBef>
              <a:spcAft>
                <a:spcPts val="0"/>
              </a:spcAft>
              <a:buSzPts val="1000"/>
              <a:buFont typeface="Manrope SemiBold"/>
              <a:buNone/>
              <a:defRPr sz="1000">
                <a:latin typeface="Manrope SemiBold"/>
                <a:ea typeface="Manrope SemiBold"/>
                <a:cs typeface="Manrope SemiBold"/>
                <a:sym typeface="Manrope SemiBold"/>
              </a:defRPr>
            </a:lvl6pPr>
            <a:lvl7pPr lvl="6">
              <a:spcBef>
                <a:spcPts val="0"/>
              </a:spcBef>
              <a:spcAft>
                <a:spcPts val="0"/>
              </a:spcAft>
              <a:buSzPts val="1000"/>
              <a:buFont typeface="Manrope SemiBold"/>
              <a:buNone/>
              <a:defRPr sz="1000">
                <a:latin typeface="Manrope SemiBold"/>
                <a:ea typeface="Manrope SemiBold"/>
                <a:cs typeface="Manrope SemiBold"/>
                <a:sym typeface="Manrope SemiBold"/>
              </a:defRPr>
            </a:lvl7pPr>
            <a:lvl8pPr lvl="7">
              <a:spcBef>
                <a:spcPts val="0"/>
              </a:spcBef>
              <a:spcAft>
                <a:spcPts val="0"/>
              </a:spcAft>
              <a:buSzPts val="1000"/>
              <a:buFont typeface="Manrope SemiBold"/>
              <a:buNone/>
              <a:defRPr sz="1000">
                <a:latin typeface="Manrope SemiBold"/>
                <a:ea typeface="Manrope SemiBold"/>
                <a:cs typeface="Manrope SemiBold"/>
                <a:sym typeface="Manrope SemiBold"/>
              </a:defRPr>
            </a:lvl8pPr>
            <a:lvl9pPr lvl="8">
              <a:spcBef>
                <a:spcPts val="0"/>
              </a:spcBef>
              <a:spcAft>
                <a:spcPts val="0"/>
              </a:spcAft>
              <a:buSzPts val="1000"/>
              <a:buFont typeface="Manrope SemiBold"/>
              <a:buNone/>
              <a:defRPr sz="1000">
                <a:latin typeface="Manrope SemiBold"/>
                <a:ea typeface="Manrope SemiBold"/>
                <a:cs typeface="Manrope SemiBold"/>
                <a:sym typeface="Manrope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Four cards">
  <p:cSld name="CUSTOM_6">
    <p:spTree>
      <p:nvGrpSpPr>
        <p:cNvPr id="191" name="Shape 191"/>
        <p:cNvGrpSpPr/>
        <p:nvPr/>
      </p:nvGrpSpPr>
      <p:grpSpPr>
        <a:xfrm>
          <a:off x="0" y="0"/>
          <a:ext cx="0" cy="0"/>
          <a:chOff x="0" y="0"/>
          <a:chExt cx="0" cy="0"/>
        </a:xfrm>
      </p:grpSpPr>
      <p:sp>
        <p:nvSpPr>
          <p:cNvPr id="192" name="Google Shape;192;p15"/>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193" name="Google Shape;193;p15"/>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4" name="Google Shape;194;p15"/>
          <p:cNvSpPr txBox="1"/>
          <p:nvPr>
            <p:ph idx="2" type="subTitle"/>
          </p:nvPr>
        </p:nvSpPr>
        <p:spPr>
          <a:xfrm>
            <a:off x="283475" y="3752900"/>
            <a:ext cx="2953500" cy="1102500"/>
          </a:xfrm>
          <a:prstGeom prst="rect">
            <a:avLst/>
          </a:prstGeom>
        </p:spPr>
        <p:txBody>
          <a:bodyPr anchorCtr="0" anchor="b"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195" name="Google Shape;195;p15"/>
          <p:cNvSpPr txBox="1"/>
          <p:nvPr>
            <p:ph idx="3" type="title"/>
          </p:nvPr>
        </p:nvSpPr>
        <p:spPr>
          <a:xfrm>
            <a:off x="4930500" y="11862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6" name="Google Shape;196;p15"/>
          <p:cNvSpPr txBox="1"/>
          <p:nvPr>
            <p:ph idx="4" type="title"/>
          </p:nvPr>
        </p:nvSpPr>
        <p:spPr>
          <a:xfrm>
            <a:off x="4930600" y="2286300"/>
            <a:ext cx="37380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7" name="Google Shape;197;p15"/>
          <p:cNvSpPr txBox="1"/>
          <p:nvPr>
            <p:ph idx="5" type="title"/>
          </p:nvPr>
        </p:nvSpPr>
        <p:spPr>
          <a:xfrm>
            <a:off x="7011675"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
        <p:nvSpPr>
          <p:cNvPr id="198" name="Google Shape;198;p15"/>
          <p:cNvSpPr txBox="1"/>
          <p:nvPr>
            <p:ph idx="6" type="title"/>
          </p:nvPr>
        </p:nvSpPr>
        <p:spPr>
          <a:xfrm>
            <a:off x="4865200" y="4054625"/>
            <a:ext cx="1656900" cy="572100"/>
          </a:xfrm>
          <a:prstGeom prst="rect">
            <a:avLst/>
          </a:prstGeom>
        </p:spPr>
        <p:txBody>
          <a:bodyPr anchorCtr="0" anchor="b" bIns="0" lIns="0" spcFirstLastPara="1" rIns="0" wrap="square" tIns="0">
            <a:noAutofit/>
          </a:bodyPr>
          <a:lstStyle>
            <a:lvl1pPr lvl="0" algn="r">
              <a:spcBef>
                <a:spcPts val="0"/>
              </a:spcBef>
              <a:spcAft>
                <a:spcPts val="0"/>
              </a:spcAft>
              <a:buSzPts val="3600"/>
              <a:buFont typeface="Manrope Medium"/>
              <a:buNone/>
              <a:defRPr sz="3600">
                <a:latin typeface="Manrope Medium"/>
                <a:ea typeface="Manrope Medium"/>
                <a:cs typeface="Manrope Medium"/>
                <a:sym typeface="Manrope Medium"/>
              </a:defRPr>
            </a:lvl1pPr>
            <a:lvl2pPr lvl="1" algn="r">
              <a:spcBef>
                <a:spcPts val="0"/>
              </a:spcBef>
              <a:spcAft>
                <a:spcPts val="0"/>
              </a:spcAft>
              <a:buSzPts val="3000"/>
              <a:buNone/>
              <a:defRPr sz="3000"/>
            </a:lvl2pPr>
            <a:lvl3pPr lvl="2" algn="r">
              <a:spcBef>
                <a:spcPts val="0"/>
              </a:spcBef>
              <a:spcAft>
                <a:spcPts val="0"/>
              </a:spcAft>
              <a:buSzPts val="3000"/>
              <a:buNone/>
              <a:defRPr sz="3000"/>
            </a:lvl3pPr>
            <a:lvl4pPr lvl="3" algn="r">
              <a:spcBef>
                <a:spcPts val="0"/>
              </a:spcBef>
              <a:spcAft>
                <a:spcPts val="0"/>
              </a:spcAft>
              <a:buSzPts val="3000"/>
              <a:buNone/>
              <a:defRPr sz="3000"/>
            </a:lvl4pPr>
            <a:lvl5pPr lvl="4" algn="r">
              <a:spcBef>
                <a:spcPts val="0"/>
              </a:spcBef>
              <a:spcAft>
                <a:spcPts val="0"/>
              </a:spcAft>
              <a:buSzPts val="3000"/>
              <a:buNone/>
              <a:defRPr sz="3000"/>
            </a:lvl5pPr>
            <a:lvl6pPr lvl="5" algn="r">
              <a:spcBef>
                <a:spcPts val="0"/>
              </a:spcBef>
              <a:spcAft>
                <a:spcPts val="0"/>
              </a:spcAft>
              <a:buSzPts val="3000"/>
              <a:buNone/>
              <a:defRPr sz="3000"/>
            </a:lvl6pPr>
            <a:lvl7pPr lvl="6" algn="r">
              <a:spcBef>
                <a:spcPts val="0"/>
              </a:spcBef>
              <a:spcAft>
                <a:spcPts val="0"/>
              </a:spcAft>
              <a:buSzPts val="3000"/>
              <a:buNone/>
              <a:defRPr sz="3000"/>
            </a:lvl7pPr>
            <a:lvl8pPr lvl="7" algn="r">
              <a:spcBef>
                <a:spcPts val="0"/>
              </a:spcBef>
              <a:spcAft>
                <a:spcPts val="0"/>
              </a:spcAft>
              <a:buSzPts val="3000"/>
              <a:buNone/>
              <a:defRPr sz="3000"/>
            </a:lvl8pPr>
            <a:lvl9pPr lvl="8" algn="r">
              <a:spcBef>
                <a:spcPts val="0"/>
              </a:spcBef>
              <a:spcAft>
                <a:spcPts val="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rst point">
  <p:cSld name="CUSTOM_7">
    <p:spTree>
      <p:nvGrpSpPr>
        <p:cNvPr id="199" name="Shape 199"/>
        <p:cNvGrpSpPr/>
        <p:nvPr/>
      </p:nvGrpSpPr>
      <p:grpSpPr>
        <a:xfrm>
          <a:off x="0" y="0"/>
          <a:ext cx="0" cy="0"/>
          <a:chOff x="0" y="0"/>
          <a:chExt cx="0" cy="0"/>
        </a:xfrm>
      </p:grpSpPr>
      <p:sp>
        <p:nvSpPr>
          <p:cNvPr id="200" name="Google Shape;200;p16"/>
          <p:cNvSpPr/>
          <p:nvPr>
            <p:ph idx="2" type="pic"/>
          </p:nvPr>
        </p:nvSpPr>
        <p:spPr>
          <a:xfrm rot="-5400000">
            <a:off x="5139125" y="859575"/>
            <a:ext cx="4863600" cy="3144900"/>
          </a:xfrm>
          <a:prstGeom prst="round2SameRect">
            <a:avLst>
              <a:gd fmla="val 9992" name="adj1"/>
              <a:gd fmla="val 0" name="adj2"/>
            </a:avLst>
          </a:prstGeom>
          <a:noFill/>
          <a:ln>
            <a:noFill/>
          </a:ln>
        </p:spPr>
      </p:sp>
      <p:sp>
        <p:nvSpPr>
          <p:cNvPr id="201" name="Google Shape;201;p16"/>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2" name="Google Shape;202;p16"/>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03" name="Google Shape;203;p16"/>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4" name="Google Shape;204;p16"/>
          <p:cNvSpPr txBox="1"/>
          <p:nvPr>
            <p:ph idx="3" type="body"/>
          </p:nvPr>
        </p:nvSpPr>
        <p:spPr>
          <a:xfrm>
            <a:off x="283475" y="1894950"/>
            <a:ext cx="2862000" cy="2341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5" name="Google Shape;205;p16"/>
          <p:cNvSpPr txBox="1"/>
          <p:nvPr>
            <p:ph idx="4" type="title"/>
          </p:nvPr>
        </p:nvSpPr>
        <p:spPr>
          <a:xfrm>
            <a:off x="6227075" y="283475"/>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 point">
  <p:cSld name="CUSTOM_7_1">
    <p:spTree>
      <p:nvGrpSpPr>
        <p:cNvPr id="206" name="Shape 206"/>
        <p:cNvGrpSpPr/>
        <p:nvPr/>
      </p:nvGrpSpPr>
      <p:grpSpPr>
        <a:xfrm>
          <a:off x="0" y="0"/>
          <a:ext cx="0" cy="0"/>
          <a:chOff x="0" y="0"/>
          <a:chExt cx="0" cy="0"/>
        </a:xfrm>
      </p:grpSpPr>
      <p:sp>
        <p:nvSpPr>
          <p:cNvPr id="207" name="Google Shape;207;p17"/>
          <p:cNvSpPr/>
          <p:nvPr>
            <p:ph idx="2" type="pic"/>
          </p:nvPr>
        </p:nvSpPr>
        <p:spPr>
          <a:xfrm rot="-5400000">
            <a:off x="5674775" y="1373600"/>
            <a:ext cx="3801900" cy="3154500"/>
          </a:xfrm>
          <a:prstGeom prst="round2SameRect">
            <a:avLst>
              <a:gd fmla="val 9723" name="adj1"/>
              <a:gd fmla="val 0" name="adj2"/>
            </a:avLst>
          </a:prstGeom>
          <a:noFill/>
          <a:ln>
            <a:noFill/>
          </a:ln>
        </p:spPr>
      </p:sp>
      <p:sp>
        <p:nvSpPr>
          <p:cNvPr id="208" name="Google Shape;208;p17"/>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09" name="Google Shape;209;p17"/>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0" name="Google Shape;210;p17"/>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1" name="Google Shape;211;p17"/>
          <p:cNvSpPr txBox="1"/>
          <p:nvPr>
            <p:ph idx="3"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2" name="Google Shape;212;p17"/>
          <p:cNvSpPr txBox="1"/>
          <p:nvPr>
            <p:ph idx="4" type="title"/>
          </p:nvPr>
        </p:nvSpPr>
        <p:spPr>
          <a:xfrm>
            <a:off x="6228700" y="1043650"/>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rd point">
  <p:cSld name="CUSTOM_7_1_1">
    <p:spTree>
      <p:nvGrpSpPr>
        <p:cNvPr id="213" name="Shape 213"/>
        <p:cNvGrpSpPr/>
        <p:nvPr/>
      </p:nvGrpSpPr>
      <p:grpSpPr>
        <a:xfrm>
          <a:off x="0" y="0"/>
          <a:ext cx="0" cy="0"/>
          <a:chOff x="0" y="0"/>
          <a:chExt cx="0" cy="0"/>
        </a:xfrm>
      </p:grpSpPr>
      <p:sp>
        <p:nvSpPr>
          <p:cNvPr id="214" name="Google Shape;214;p18"/>
          <p:cNvSpPr/>
          <p:nvPr>
            <p:ph idx="2" type="pic"/>
          </p:nvPr>
        </p:nvSpPr>
        <p:spPr>
          <a:xfrm rot="-5400000">
            <a:off x="6262325" y="1964700"/>
            <a:ext cx="2621100" cy="3148800"/>
          </a:xfrm>
          <a:prstGeom prst="round2SameRect">
            <a:avLst>
              <a:gd fmla="val 10388" name="adj1"/>
              <a:gd fmla="val 0" name="adj2"/>
            </a:avLst>
          </a:prstGeom>
          <a:noFill/>
          <a:ln>
            <a:noFill/>
          </a:ln>
        </p:spPr>
      </p:sp>
      <p:sp>
        <p:nvSpPr>
          <p:cNvPr id="215" name="Google Shape;215;p18"/>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16" name="Google Shape;216;p18"/>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17" name="Google Shape;217;p18"/>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8" name="Google Shape;218;p18"/>
          <p:cNvSpPr txBox="1"/>
          <p:nvPr>
            <p:ph idx="3" type="title"/>
          </p:nvPr>
        </p:nvSpPr>
        <p:spPr>
          <a:xfrm>
            <a:off x="6227075" y="221928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19" name="Google Shape;219;p18"/>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th point">
  <p:cSld name="CUSTOM_7_1_1_1">
    <p:spTree>
      <p:nvGrpSpPr>
        <p:cNvPr id="220" name="Shape 220"/>
        <p:cNvGrpSpPr/>
        <p:nvPr/>
      </p:nvGrpSpPr>
      <p:grpSpPr>
        <a:xfrm>
          <a:off x="0" y="0"/>
          <a:ext cx="0" cy="0"/>
          <a:chOff x="0" y="0"/>
          <a:chExt cx="0" cy="0"/>
        </a:xfrm>
      </p:grpSpPr>
      <p:sp>
        <p:nvSpPr>
          <p:cNvPr id="221" name="Google Shape;221;p19"/>
          <p:cNvSpPr/>
          <p:nvPr>
            <p:ph idx="2" type="pic"/>
          </p:nvPr>
        </p:nvSpPr>
        <p:spPr>
          <a:xfrm rot="-5400000">
            <a:off x="6550925" y="2253300"/>
            <a:ext cx="2043900" cy="3148800"/>
          </a:xfrm>
          <a:prstGeom prst="round2SameRect">
            <a:avLst>
              <a:gd fmla="val 16857" name="adj1"/>
              <a:gd fmla="val 0" name="adj2"/>
            </a:avLst>
          </a:prstGeom>
          <a:noFill/>
          <a:ln>
            <a:noFill/>
          </a:ln>
        </p:spPr>
      </p:sp>
      <p:sp>
        <p:nvSpPr>
          <p:cNvPr id="222" name="Google Shape;222;p19"/>
          <p:cNvSpPr/>
          <p:nvPr/>
        </p:nvSpPr>
        <p:spPr>
          <a:xfrm flipH="1" rot="5400000">
            <a:off x="530025" y="-529625"/>
            <a:ext cx="4849800" cy="5909400"/>
          </a:xfrm>
          <a:prstGeom prst="round2SameRect">
            <a:avLst>
              <a:gd fmla="val 6704" name="adj1"/>
              <a:gd fmla="val 0" name="adj2"/>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223" name="Google Shape;223;p19"/>
          <p:cNvSpPr txBox="1"/>
          <p:nvPr>
            <p:ph idx="1" type="subTitle"/>
          </p:nvPr>
        </p:nvSpPr>
        <p:spPr>
          <a:xfrm>
            <a:off x="283475" y="283475"/>
            <a:ext cx="1231200" cy="2961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800"/>
              <a:buFont typeface="Manrope Light"/>
              <a:buNone/>
              <a:defRPr sz="800">
                <a:latin typeface="Manrope Light"/>
                <a:ea typeface="Manrope Light"/>
                <a:cs typeface="Manrope Light"/>
                <a:sym typeface="Manrope Light"/>
              </a:defRPr>
            </a:lvl1pPr>
            <a:lvl2pPr lvl="1">
              <a:lnSpc>
                <a:spcPct val="115000"/>
              </a:lnSpc>
              <a:spcBef>
                <a:spcPts val="0"/>
              </a:spcBef>
              <a:spcAft>
                <a:spcPts val="0"/>
              </a:spcAft>
              <a:buSzPts val="800"/>
              <a:buFont typeface="Manrope Light"/>
              <a:buNone/>
              <a:defRPr sz="800">
                <a:latin typeface="Manrope Light"/>
                <a:ea typeface="Manrope Light"/>
                <a:cs typeface="Manrope Light"/>
                <a:sym typeface="Manrope Light"/>
              </a:defRPr>
            </a:lvl2pPr>
            <a:lvl3pPr lvl="2">
              <a:lnSpc>
                <a:spcPct val="115000"/>
              </a:lnSpc>
              <a:spcBef>
                <a:spcPts val="0"/>
              </a:spcBef>
              <a:spcAft>
                <a:spcPts val="0"/>
              </a:spcAft>
              <a:buSzPts val="800"/>
              <a:buFont typeface="Manrope Light"/>
              <a:buNone/>
              <a:defRPr sz="800">
                <a:latin typeface="Manrope Light"/>
                <a:ea typeface="Manrope Light"/>
                <a:cs typeface="Manrope Light"/>
                <a:sym typeface="Manrope Light"/>
              </a:defRPr>
            </a:lvl3pPr>
            <a:lvl4pPr lvl="3">
              <a:lnSpc>
                <a:spcPct val="115000"/>
              </a:lnSpc>
              <a:spcBef>
                <a:spcPts val="0"/>
              </a:spcBef>
              <a:spcAft>
                <a:spcPts val="0"/>
              </a:spcAft>
              <a:buSzPts val="800"/>
              <a:buFont typeface="Manrope Light"/>
              <a:buNone/>
              <a:defRPr sz="800">
                <a:latin typeface="Manrope Light"/>
                <a:ea typeface="Manrope Light"/>
                <a:cs typeface="Manrope Light"/>
                <a:sym typeface="Manrope Light"/>
              </a:defRPr>
            </a:lvl4pPr>
            <a:lvl5pPr lvl="4">
              <a:lnSpc>
                <a:spcPct val="115000"/>
              </a:lnSpc>
              <a:spcBef>
                <a:spcPts val="0"/>
              </a:spcBef>
              <a:spcAft>
                <a:spcPts val="0"/>
              </a:spcAft>
              <a:buSzPts val="800"/>
              <a:buFont typeface="Manrope Light"/>
              <a:buNone/>
              <a:defRPr sz="800">
                <a:latin typeface="Manrope Light"/>
                <a:ea typeface="Manrope Light"/>
                <a:cs typeface="Manrope Light"/>
                <a:sym typeface="Manrope Light"/>
              </a:defRPr>
            </a:lvl5pPr>
            <a:lvl6pPr lvl="5">
              <a:lnSpc>
                <a:spcPct val="115000"/>
              </a:lnSpc>
              <a:spcBef>
                <a:spcPts val="0"/>
              </a:spcBef>
              <a:spcAft>
                <a:spcPts val="0"/>
              </a:spcAft>
              <a:buSzPts val="800"/>
              <a:buFont typeface="Manrope Light"/>
              <a:buNone/>
              <a:defRPr sz="800">
                <a:latin typeface="Manrope Light"/>
                <a:ea typeface="Manrope Light"/>
                <a:cs typeface="Manrope Light"/>
                <a:sym typeface="Manrope Light"/>
              </a:defRPr>
            </a:lvl6pPr>
            <a:lvl7pPr lvl="6">
              <a:lnSpc>
                <a:spcPct val="115000"/>
              </a:lnSpc>
              <a:spcBef>
                <a:spcPts val="0"/>
              </a:spcBef>
              <a:spcAft>
                <a:spcPts val="0"/>
              </a:spcAft>
              <a:buSzPts val="800"/>
              <a:buFont typeface="Manrope Light"/>
              <a:buNone/>
              <a:defRPr sz="800">
                <a:latin typeface="Manrope Light"/>
                <a:ea typeface="Manrope Light"/>
                <a:cs typeface="Manrope Light"/>
                <a:sym typeface="Manrope Light"/>
              </a:defRPr>
            </a:lvl7pPr>
            <a:lvl8pPr lvl="7">
              <a:lnSpc>
                <a:spcPct val="115000"/>
              </a:lnSpc>
              <a:spcBef>
                <a:spcPts val="0"/>
              </a:spcBef>
              <a:spcAft>
                <a:spcPts val="0"/>
              </a:spcAft>
              <a:buSzPts val="800"/>
              <a:buFont typeface="Manrope Light"/>
              <a:buNone/>
              <a:defRPr sz="800">
                <a:latin typeface="Manrope Light"/>
                <a:ea typeface="Manrope Light"/>
                <a:cs typeface="Manrope Light"/>
                <a:sym typeface="Manrope Light"/>
              </a:defRPr>
            </a:lvl8pPr>
            <a:lvl9pPr lvl="8">
              <a:lnSpc>
                <a:spcPct val="115000"/>
              </a:lnSpc>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24" name="Google Shape;224;p19"/>
          <p:cNvSpPr txBox="1"/>
          <p:nvPr>
            <p:ph type="title"/>
          </p:nvPr>
        </p:nvSpPr>
        <p:spPr>
          <a:xfrm>
            <a:off x="283475" y="639725"/>
            <a:ext cx="4288500" cy="572100"/>
          </a:xfrm>
          <a:prstGeom prst="rect">
            <a:avLst/>
          </a:prstGeom>
        </p:spPr>
        <p:txBody>
          <a:bodyPr anchorCtr="0" anchor="t" bIns="0" lIns="0" spcFirstLastPara="1" rIns="0" wrap="square" tIns="0">
            <a:sp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5" name="Google Shape;225;p19"/>
          <p:cNvSpPr txBox="1"/>
          <p:nvPr>
            <p:ph idx="3" type="title"/>
          </p:nvPr>
        </p:nvSpPr>
        <p:spPr>
          <a:xfrm>
            <a:off x="6227075" y="2803933"/>
            <a:ext cx="2523600" cy="1143000"/>
          </a:xfrm>
          <a:prstGeom prst="rect">
            <a:avLst/>
          </a:prstGeom>
        </p:spPr>
        <p:txBody>
          <a:bodyPr anchorCtr="0" anchor="t" bIns="0" lIns="0" spcFirstLastPara="1" rIns="0" wrap="square" tIns="0">
            <a:spAutoFit/>
          </a:bodyPr>
          <a:lstStyle>
            <a:lvl1pPr lvl="0">
              <a:spcBef>
                <a:spcPts val="0"/>
              </a:spcBef>
              <a:spcAft>
                <a:spcPts val="0"/>
              </a:spcAft>
              <a:buSzPts val="7200"/>
              <a:buFont typeface="Manrope Light"/>
              <a:buNone/>
              <a:defRPr sz="7200">
                <a:latin typeface="Manrope Light"/>
                <a:ea typeface="Manrope Light"/>
                <a:cs typeface="Manrope Light"/>
                <a:sym typeface="Manrope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26" name="Google Shape;226;p19"/>
          <p:cNvSpPr txBox="1"/>
          <p:nvPr>
            <p:ph idx="4" type="body"/>
          </p:nvPr>
        </p:nvSpPr>
        <p:spPr>
          <a:xfrm>
            <a:off x="283475" y="1894950"/>
            <a:ext cx="2862000" cy="2341200"/>
          </a:xfrm>
          <a:prstGeom prst="rect">
            <a:avLst/>
          </a:prstGeom>
        </p:spPr>
        <p:txBody>
          <a:bodyPr anchorCtr="0" anchor="t" bIns="0"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1">
  <p:cSld name="BLANK_1_1_1_1_1_1_1_1_1_1_1_1_1_1">
    <p:spTree>
      <p:nvGrpSpPr>
        <p:cNvPr id="227" name="Shape 227"/>
        <p:cNvGrpSpPr/>
        <p:nvPr/>
      </p:nvGrpSpPr>
      <p:grpSpPr>
        <a:xfrm>
          <a:off x="0" y="0"/>
          <a:ext cx="0" cy="0"/>
          <a:chOff x="0" y="0"/>
          <a:chExt cx="0" cy="0"/>
        </a:xfrm>
      </p:grpSpPr>
      <p:sp>
        <p:nvSpPr>
          <p:cNvPr id="228" name="Google Shape;228;p20"/>
          <p:cNvSpPr txBox="1"/>
          <p:nvPr>
            <p:ph idx="1" type="subTitle"/>
          </p:nvPr>
        </p:nvSpPr>
        <p:spPr>
          <a:xfrm>
            <a:off x="3723650" y="2030100"/>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29" name="Google Shape;229;p20"/>
          <p:cNvSpPr txBox="1"/>
          <p:nvPr>
            <p:ph idx="2" type="subTitle"/>
          </p:nvPr>
        </p:nvSpPr>
        <p:spPr>
          <a:xfrm>
            <a:off x="6383575" y="2030100"/>
            <a:ext cx="25317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Light"/>
              <a:buNone/>
              <a:defRPr sz="1200">
                <a:latin typeface="Manrope Light"/>
                <a:ea typeface="Manrope Light"/>
                <a:cs typeface="Manrope Light"/>
                <a:sym typeface="Manrope Light"/>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30" name="Google Shape;230;p20"/>
          <p:cNvSpPr txBox="1"/>
          <p:nvPr>
            <p:ph idx="3"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1" name="Google Shape;231;p20"/>
          <p:cNvSpPr txBox="1"/>
          <p:nvPr>
            <p:ph type="title"/>
          </p:nvPr>
        </p:nvSpPr>
        <p:spPr>
          <a:xfrm>
            <a:off x="283475" y="639725"/>
            <a:ext cx="56346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2" name="Google Shape;232;p20"/>
          <p:cNvSpPr txBox="1"/>
          <p:nvPr>
            <p:ph idx="4"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3" name="Google Shape;233;p20"/>
          <p:cNvSpPr txBox="1"/>
          <p:nvPr>
            <p:ph idx="5" type="body"/>
          </p:nvPr>
        </p:nvSpPr>
        <p:spPr>
          <a:xfrm>
            <a:off x="3723650"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34" name="Google Shape;234;p20"/>
          <p:cNvSpPr txBox="1"/>
          <p:nvPr>
            <p:ph idx="6" type="body"/>
          </p:nvPr>
        </p:nvSpPr>
        <p:spPr>
          <a:xfrm>
            <a:off x="6383575" y="2350475"/>
            <a:ext cx="24768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p:cSld name="BLANK_1_1_1_1_1_1_1_1_1_1_1_1_1_1_3">
    <p:spTree>
      <p:nvGrpSpPr>
        <p:cNvPr id="235" name="Shape 235"/>
        <p:cNvGrpSpPr/>
        <p:nvPr/>
      </p:nvGrpSpPr>
      <p:grpSpPr>
        <a:xfrm>
          <a:off x="0" y="0"/>
          <a:ext cx="0" cy="0"/>
          <a:chOff x="0" y="0"/>
          <a:chExt cx="0" cy="0"/>
        </a:xfrm>
      </p:grpSpPr>
      <p:sp>
        <p:nvSpPr>
          <p:cNvPr id="236" name="Google Shape;236;p21"/>
          <p:cNvSpPr txBox="1"/>
          <p:nvPr>
            <p:ph idx="1" type="subTitle"/>
          </p:nvPr>
        </p:nvSpPr>
        <p:spPr>
          <a:xfrm>
            <a:off x="3723650" y="3965632"/>
            <a:ext cx="2404500" cy="197400"/>
          </a:xfrm>
          <a:prstGeom prst="rect">
            <a:avLst/>
          </a:prstGeom>
        </p:spPr>
        <p:txBody>
          <a:bodyPr anchorCtr="0" anchor="t" bIns="0" lIns="0" spcFirstLastPara="1" rIns="0" wrap="square" tIns="0">
            <a:norm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37" name="Google Shape;237;p21"/>
          <p:cNvSpPr txBox="1"/>
          <p:nvPr>
            <p:ph idx="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38" name="Google Shape;238;p21"/>
          <p:cNvSpPr txBox="1"/>
          <p:nvPr>
            <p:ph type="title"/>
          </p:nvPr>
        </p:nvSpPr>
        <p:spPr>
          <a:xfrm>
            <a:off x="283475" y="639725"/>
            <a:ext cx="5634600" cy="572100"/>
          </a:xfrm>
          <a:prstGeom prst="rect">
            <a:avLst/>
          </a:prstGeom>
        </p:spPr>
        <p:txBody>
          <a:bodyPr anchorCtr="0" anchor="t" bIns="0" lIns="0" spcFirstLastPara="1" rIns="0" wrap="square" tIns="0">
            <a:sp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39" name="Google Shape;239;p21"/>
          <p:cNvSpPr txBox="1"/>
          <p:nvPr>
            <p:ph idx="3"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0" name="Google Shape;240;p21"/>
          <p:cNvSpPr txBox="1"/>
          <p:nvPr>
            <p:ph idx="4" type="body"/>
          </p:nvPr>
        </p:nvSpPr>
        <p:spPr>
          <a:xfrm>
            <a:off x="3723650" y="4262850"/>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1" name="Google Shape;241;p21"/>
          <p:cNvSpPr/>
          <p:nvPr>
            <p:ph idx="5" type="pic"/>
          </p:nvPr>
        </p:nvSpPr>
        <p:spPr>
          <a:xfrm>
            <a:off x="3739925" y="2065425"/>
            <a:ext cx="2451900" cy="1606500"/>
          </a:xfrm>
          <a:prstGeom prst="roundRect">
            <a:avLst>
              <a:gd fmla="val 16667" name="adj"/>
            </a:avLst>
          </a:prstGeom>
          <a:noFill/>
          <a:ln>
            <a:noFill/>
          </a:ln>
        </p:spPr>
      </p:sp>
      <p:sp>
        <p:nvSpPr>
          <p:cNvPr id="242" name="Google Shape;242;p21"/>
          <p:cNvSpPr txBox="1"/>
          <p:nvPr>
            <p:ph idx="6" type="subTitle"/>
          </p:nvPr>
        </p:nvSpPr>
        <p:spPr>
          <a:xfrm>
            <a:off x="6383725" y="3965632"/>
            <a:ext cx="2404500" cy="19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243" name="Google Shape;243;p21"/>
          <p:cNvSpPr txBox="1"/>
          <p:nvPr>
            <p:ph idx="7" type="body"/>
          </p:nvPr>
        </p:nvSpPr>
        <p:spPr>
          <a:xfrm>
            <a:off x="6383725" y="4262856"/>
            <a:ext cx="2476800" cy="592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4" name="Google Shape;244;p21"/>
          <p:cNvSpPr/>
          <p:nvPr>
            <p:ph idx="8" type="pic"/>
          </p:nvPr>
        </p:nvSpPr>
        <p:spPr>
          <a:xfrm>
            <a:off x="6400000" y="2065425"/>
            <a:ext cx="2451900" cy="16065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 images - ALT 1">
  <p:cSld name="BLANK_1_1_1_1_1_1_1_1_1_1_1_1_1_1_2_1">
    <p:spTree>
      <p:nvGrpSpPr>
        <p:cNvPr id="245" name="Shape 245"/>
        <p:cNvGrpSpPr/>
        <p:nvPr/>
      </p:nvGrpSpPr>
      <p:grpSpPr>
        <a:xfrm>
          <a:off x="0" y="0"/>
          <a:ext cx="0" cy="0"/>
          <a:chOff x="0" y="0"/>
          <a:chExt cx="0" cy="0"/>
        </a:xfrm>
      </p:grpSpPr>
      <p:sp>
        <p:nvSpPr>
          <p:cNvPr id="246" name="Google Shape;246;p22"/>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47" name="Google Shape;247;p22"/>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48" name="Google Shape;248;p22"/>
          <p:cNvSpPr txBox="1"/>
          <p:nvPr>
            <p:ph idx="2" type="body"/>
          </p:nvPr>
        </p:nvSpPr>
        <p:spPr>
          <a:xfrm>
            <a:off x="475500" y="2030100"/>
            <a:ext cx="2670000" cy="23367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Nunito"/>
              <a:buChar char="●"/>
              <a:defRPr sz="1000"/>
            </a:lvl1pPr>
            <a:lvl2pPr indent="-292100" lvl="1" marL="914400">
              <a:spcBef>
                <a:spcPts val="0"/>
              </a:spcBef>
              <a:spcAft>
                <a:spcPts val="0"/>
              </a:spcAft>
              <a:buSzPts val="1000"/>
              <a:buFont typeface="Nunito"/>
              <a:buChar char="○"/>
              <a:defRPr sz="1000"/>
            </a:lvl2pPr>
            <a:lvl3pPr indent="-292100" lvl="2" marL="1371600">
              <a:spcBef>
                <a:spcPts val="0"/>
              </a:spcBef>
              <a:spcAft>
                <a:spcPts val="0"/>
              </a:spcAft>
              <a:buSzPts val="1000"/>
              <a:buFont typeface="Nunito"/>
              <a:buChar char="■"/>
              <a:defRPr sz="1000"/>
            </a:lvl3pPr>
            <a:lvl4pPr indent="-292100" lvl="3" marL="1828800">
              <a:spcBef>
                <a:spcPts val="0"/>
              </a:spcBef>
              <a:spcAft>
                <a:spcPts val="0"/>
              </a:spcAft>
              <a:buSzPts val="1000"/>
              <a:buFont typeface="Nunito"/>
              <a:buChar char="●"/>
              <a:defRPr sz="1000"/>
            </a:lvl4pPr>
            <a:lvl5pPr indent="-292100" lvl="4" marL="2286000">
              <a:spcBef>
                <a:spcPts val="0"/>
              </a:spcBef>
              <a:spcAft>
                <a:spcPts val="0"/>
              </a:spcAft>
              <a:buSzPts val="1000"/>
              <a:buFont typeface="Nunito"/>
              <a:buChar char="○"/>
              <a:defRPr sz="1000"/>
            </a:lvl5pPr>
            <a:lvl6pPr indent="-292100" lvl="5" marL="2743200">
              <a:spcBef>
                <a:spcPts val="0"/>
              </a:spcBef>
              <a:spcAft>
                <a:spcPts val="0"/>
              </a:spcAft>
              <a:buSzPts val="1000"/>
              <a:buFont typeface="Nunito"/>
              <a:buChar char="■"/>
              <a:defRPr sz="1000"/>
            </a:lvl6pPr>
            <a:lvl7pPr indent="-292100" lvl="6" marL="3200400">
              <a:spcBef>
                <a:spcPts val="0"/>
              </a:spcBef>
              <a:spcAft>
                <a:spcPts val="0"/>
              </a:spcAft>
              <a:buSzPts val="1000"/>
              <a:buFont typeface="Nunito"/>
              <a:buChar char="●"/>
              <a:defRPr sz="1000"/>
            </a:lvl7pPr>
            <a:lvl8pPr indent="-292100" lvl="7" marL="3657600">
              <a:spcBef>
                <a:spcPts val="0"/>
              </a:spcBef>
              <a:spcAft>
                <a:spcPts val="0"/>
              </a:spcAft>
              <a:buSzPts val="1000"/>
              <a:buFont typeface="Nunito"/>
              <a:buChar char="○"/>
              <a:defRPr sz="1000"/>
            </a:lvl8pPr>
            <a:lvl9pPr indent="-292100" lvl="8" marL="4114800">
              <a:spcBef>
                <a:spcPts val="0"/>
              </a:spcBef>
              <a:spcAft>
                <a:spcPts val="0"/>
              </a:spcAft>
              <a:buSzPts val="1000"/>
              <a:buFont typeface="Nunito"/>
              <a:buChar char="■"/>
              <a:defRPr sz="1000"/>
            </a:lvl9pPr>
          </a:lstStyle>
          <a:p/>
        </p:txBody>
      </p:sp>
      <p:sp>
        <p:nvSpPr>
          <p:cNvPr id="249" name="Google Shape;249;p22"/>
          <p:cNvSpPr/>
          <p:nvPr>
            <p:ph idx="3" type="pic"/>
          </p:nvPr>
        </p:nvSpPr>
        <p:spPr>
          <a:xfrm>
            <a:off x="3741400" y="2029650"/>
            <a:ext cx="830700" cy="1275900"/>
          </a:xfrm>
          <a:prstGeom prst="roundRect">
            <a:avLst>
              <a:gd fmla="val 16667" name="adj"/>
            </a:avLst>
          </a:prstGeom>
          <a:noFill/>
          <a:ln>
            <a:noFill/>
          </a:ln>
        </p:spPr>
      </p:sp>
      <p:sp>
        <p:nvSpPr>
          <p:cNvPr id="250" name="Google Shape;250;p22"/>
          <p:cNvSpPr txBox="1"/>
          <p:nvPr>
            <p:ph idx="4" type="subTitle"/>
          </p:nvPr>
        </p:nvSpPr>
        <p:spPr>
          <a:xfrm>
            <a:off x="4663450" y="2224674"/>
            <a:ext cx="3235200" cy="681300"/>
          </a:xfrm>
          <a:prstGeom prst="rect">
            <a:avLst/>
          </a:prstGeom>
        </p:spPr>
        <p:txBody>
          <a:bodyPr anchorCtr="0" anchor="ctr"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1" name="Google Shape;251;p22"/>
          <p:cNvSpPr txBox="1"/>
          <p:nvPr>
            <p:ph idx="5" type="subTitle"/>
          </p:nvPr>
        </p:nvSpPr>
        <p:spPr>
          <a:xfrm>
            <a:off x="4663450" y="2988200"/>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2" name="Google Shape;252;p22"/>
          <p:cNvSpPr/>
          <p:nvPr>
            <p:ph idx="6" type="pic"/>
          </p:nvPr>
        </p:nvSpPr>
        <p:spPr>
          <a:xfrm>
            <a:off x="3741400" y="3579575"/>
            <a:ext cx="830700" cy="1275900"/>
          </a:xfrm>
          <a:prstGeom prst="roundRect">
            <a:avLst>
              <a:gd fmla="val 16667" name="adj"/>
            </a:avLst>
          </a:prstGeom>
          <a:noFill/>
          <a:ln>
            <a:noFill/>
          </a:ln>
        </p:spPr>
      </p:sp>
      <p:sp>
        <p:nvSpPr>
          <p:cNvPr id="253" name="Google Shape;253;p22"/>
          <p:cNvSpPr txBox="1"/>
          <p:nvPr>
            <p:ph idx="7" type="subTitle"/>
          </p:nvPr>
        </p:nvSpPr>
        <p:spPr>
          <a:xfrm>
            <a:off x="4663450" y="3774599"/>
            <a:ext cx="3235200" cy="681300"/>
          </a:xfrm>
          <a:prstGeom prst="rect">
            <a:avLst/>
          </a:prstGeom>
        </p:spPr>
        <p:txBody>
          <a:bodyPr anchorCtr="0" anchor="ctr"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
        <p:nvSpPr>
          <p:cNvPr id="254" name="Google Shape;254;p22"/>
          <p:cNvSpPr txBox="1"/>
          <p:nvPr>
            <p:ph idx="8" type="subTitle"/>
          </p:nvPr>
        </p:nvSpPr>
        <p:spPr>
          <a:xfrm>
            <a:off x="4663450" y="4538125"/>
            <a:ext cx="3235200" cy="237900"/>
          </a:xfrm>
          <a:prstGeom prst="rect">
            <a:avLst/>
          </a:prstGeom>
        </p:spPr>
        <p:txBody>
          <a:bodyPr anchorCtr="0" anchor="b" bIns="0" lIns="0" spcFirstLastPara="1" rIns="0" wrap="square" tIns="0">
            <a:spAutoFit/>
          </a:bodyPr>
          <a:lstStyle>
            <a:lvl1pPr lvl="0">
              <a:spcBef>
                <a:spcPts val="0"/>
              </a:spcBef>
              <a:spcAft>
                <a:spcPts val="0"/>
              </a:spcAft>
              <a:buSzPts val="1000"/>
              <a:buFont typeface="Manrope"/>
              <a:buNone/>
              <a:defRPr sz="1000">
                <a:latin typeface="Manrope"/>
                <a:ea typeface="Manrope"/>
                <a:cs typeface="Manrope"/>
                <a:sym typeface="Manrope"/>
              </a:defRPr>
            </a:lvl1pPr>
            <a:lvl2pPr lvl="1">
              <a:spcBef>
                <a:spcPts val="0"/>
              </a:spcBef>
              <a:spcAft>
                <a:spcPts val="0"/>
              </a:spcAft>
              <a:buSzPts val="1200"/>
              <a:buFont typeface="Manrope Light"/>
              <a:buNone/>
              <a:defRPr sz="1200">
                <a:latin typeface="Manrope Light"/>
                <a:ea typeface="Manrope Light"/>
                <a:cs typeface="Manrope Light"/>
                <a:sym typeface="Manrope Light"/>
              </a:defRPr>
            </a:lvl2pPr>
            <a:lvl3pPr lvl="2">
              <a:spcBef>
                <a:spcPts val="0"/>
              </a:spcBef>
              <a:spcAft>
                <a:spcPts val="0"/>
              </a:spcAft>
              <a:buSzPts val="1200"/>
              <a:buFont typeface="Manrope Light"/>
              <a:buNone/>
              <a:defRPr sz="1200">
                <a:latin typeface="Manrope Light"/>
                <a:ea typeface="Manrope Light"/>
                <a:cs typeface="Manrope Light"/>
                <a:sym typeface="Manrope Light"/>
              </a:defRPr>
            </a:lvl3pPr>
            <a:lvl4pPr lvl="3">
              <a:spcBef>
                <a:spcPts val="0"/>
              </a:spcBef>
              <a:spcAft>
                <a:spcPts val="0"/>
              </a:spcAft>
              <a:buSzPts val="1200"/>
              <a:buFont typeface="Manrope Light"/>
              <a:buNone/>
              <a:defRPr sz="1200">
                <a:latin typeface="Manrope Light"/>
                <a:ea typeface="Manrope Light"/>
                <a:cs typeface="Manrope Light"/>
                <a:sym typeface="Manrope Light"/>
              </a:defRPr>
            </a:lvl4pPr>
            <a:lvl5pPr lvl="4">
              <a:spcBef>
                <a:spcPts val="0"/>
              </a:spcBef>
              <a:spcAft>
                <a:spcPts val="0"/>
              </a:spcAft>
              <a:buSzPts val="1200"/>
              <a:buFont typeface="Manrope Light"/>
              <a:buNone/>
              <a:defRPr sz="1200">
                <a:latin typeface="Manrope Light"/>
                <a:ea typeface="Manrope Light"/>
                <a:cs typeface="Manrope Light"/>
                <a:sym typeface="Manrope Light"/>
              </a:defRPr>
            </a:lvl5pPr>
            <a:lvl6pPr lvl="5">
              <a:spcBef>
                <a:spcPts val="0"/>
              </a:spcBef>
              <a:spcAft>
                <a:spcPts val="0"/>
              </a:spcAft>
              <a:buSzPts val="1200"/>
              <a:buFont typeface="Manrope Light"/>
              <a:buNone/>
              <a:defRPr sz="1200">
                <a:latin typeface="Manrope Light"/>
                <a:ea typeface="Manrope Light"/>
                <a:cs typeface="Manrope Light"/>
                <a:sym typeface="Manrope Light"/>
              </a:defRPr>
            </a:lvl6pPr>
            <a:lvl7pPr lvl="6">
              <a:spcBef>
                <a:spcPts val="0"/>
              </a:spcBef>
              <a:spcAft>
                <a:spcPts val="0"/>
              </a:spcAft>
              <a:buSzPts val="1200"/>
              <a:buFont typeface="Manrope Light"/>
              <a:buNone/>
              <a:defRPr sz="1200">
                <a:latin typeface="Manrope Light"/>
                <a:ea typeface="Manrope Light"/>
                <a:cs typeface="Manrope Light"/>
                <a:sym typeface="Manrope Light"/>
              </a:defRPr>
            </a:lvl7pPr>
            <a:lvl8pPr lvl="7">
              <a:spcBef>
                <a:spcPts val="0"/>
              </a:spcBef>
              <a:spcAft>
                <a:spcPts val="0"/>
              </a:spcAft>
              <a:buSzPts val="1200"/>
              <a:buFont typeface="Manrope Light"/>
              <a:buNone/>
              <a:defRPr sz="1200">
                <a:latin typeface="Manrope Light"/>
                <a:ea typeface="Manrope Light"/>
                <a:cs typeface="Manrope Light"/>
                <a:sym typeface="Manrope Light"/>
              </a:defRPr>
            </a:lvl8pPr>
            <a:lvl9pPr lvl="8">
              <a:spcBef>
                <a:spcPts val="0"/>
              </a:spcBef>
              <a:spcAft>
                <a:spcPts val="0"/>
              </a:spcAft>
              <a:buSzPts val="1200"/>
              <a:buFont typeface="Manrope Light"/>
              <a:buNone/>
              <a:defRPr sz="1200">
                <a:latin typeface="Manrope Light"/>
                <a:ea typeface="Manrope Light"/>
                <a:cs typeface="Manrope Light"/>
                <a:sym typeface="Manrope Light"/>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spTree>
      <p:nvGrpSpPr>
        <p:cNvPr id="255" name="Shape 255"/>
        <p:cNvGrpSpPr/>
        <p:nvPr/>
      </p:nvGrpSpPr>
      <p:grpSpPr>
        <a:xfrm>
          <a:off x="0" y="0"/>
          <a:ext cx="0" cy="0"/>
          <a:chOff x="0" y="0"/>
          <a:chExt cx="0" cy="0"/>
        </a:xfrm>
      </p:grpSpPr>
      <p:pic>
        <p:nvPicPr>
          <p:cNvPr descr="Marble texture (Provided by Getty Images)" id="256" name="Google Shape;256;p23"/>
          <p:cNvPicPr preferRelativeResize="0"/>
          <p:nvPr/>
        </p:nvPicPr>
        <p:blipFill rotWithShape="1">
          <a:blip r:embed="rId2">
            <a:alphaModFix amt="43000"/>
          </a:blip>
          <a:srcRect b="39598" l="23975" r="45677" t="45068"/>
          <a:stretch/>
        </p:blipFill>
        <p:spPr>
          <a:xfrm rot="-5400000">
            <a:off x="8049675" y="1220925"/>
            <a:ext cx="1246200" cy="945000"/>
          </a:xfrm>
          <a:prstGeom prst="round2SameRect">
            <a:avLst>
              <a:gd fmla="val 16667" name="adj1"/>
              <a:gd fmla="val 0" name="adj2"/>
            </a:avLst>
          </a:prstGeom>
          <a:noFill/>
          <a:ln>
            <a:noFill/>
          </a:ln>
        </p:spPr>
      </p:pic>
      <p:sp>
        <p:nvSpPr>
          <p:cNvPr id="257" name="Google Shape;257;p23"/>
          <p:cNvSpPr/>
          <p:nvPr/>
        </p:nvSpPr>
        <p:spPr>
          <a:xfrm rot="5400000">
            <a:off x="1643775" y="-1478850"/>
            <a:ext cx="4814700" cy="8102400"/>
          </a:xfrm>
          <a:prstGeom prst="round1Rect">
            <a:avLst>
              <a:gd fmla="val 4842" name="adj"/>
            </a:avLst>
          </a:prstGeom>
          <a:solidFill>
            <a:schemeClr val="lt1"/>
          </a:solidFill>
          <a:ln>
            <a:noFill/>
          </a:ln>
          <a:effectLst>
            <a:outerShdw blurRad="171450" rotWithShape="0" algn="bl" dir="2580000" dist="114300">
              <a:schemeClr val="dk1">
                <a:alpha val="98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pic>
        <p:nvPicPr>
          <p:cNvPr descr="marble (Provided by Getty Images)" id="258" name="Google Shape;258;p23"/>
          <p:cNvPicPr preferRelativeResize="0"/>
          <p:nvPr/>
        </p:nvPicPr>
        <p:blipFill rotWithShape="1">
          <a:blip r:embed="rId3">
            <a:alphaModFix/>
          </a:blip>
          <a:srcRect b="75852" l="26764" r="46015" t="4842"/>
          <a:stretch/>
        </p:blipFill>
        <p:spPr>
          <a:xfrm rot="10800000">
            <a:off x="8200200" y="-1450"/>
            <a:ext cx="943800" cy="1011600"/>
          </a:xfrm>
          <a:prstGeom prst="round1Rect">
            <a:avLst>
              <a:gd fmla="val 15319" name="adj"/>
            </a:avLst>
          </a:prstGeom>
          <a:noFill/>
          <a:ln>
            <a:noFill/>
          </a:ln>
        </p:spPr>
      </p:pic>
      <p:pic>
        <p:nvPicPr>
          <p:cNvPr descr="Marble texture (Provided by Getty Images)" id="259" name="Google Shape;259;p23"/>
          <p:cNvPicPr preferRelativeResize="0"/>
          <p:nvPr/>
        </p:nvPicPr>
        <p:blipFill rotWithShape="1">
          <a:blip r:embed="rId4">
            <a:alphaModFix amt="62000"/>
          </a:blip>
          <a:srcRect b="16416" l="33342" r="31410" t="63092"/>
          <a:stretch/>
        </p:blipFill>
        <p:spPr>
          <a:xfrm rot="-5400000">
            <a:off x="8040825" y="2543525"/>
            <a:ext cx="1267500" cy="948600"/>
          </a:xfrm>
          <a:prstGeom prst="round2SameRect">
            <a:avLst>
              <a:gd fmla="val 16667" name="adj1"/>
              <a:gd fmla="val 0" name="adj2"/>
            </a:avLst>
          </a:prstGeom>
          <a:noFill/>
          <a:ln>
            <a:noFill/>
          </a:ln>
        </p:spPr>
      </p:pic>
      <p:pic>
        <p:nvPicPr>
          <p:cNvPr descr="Marble texture (Provided by Getty Images)" id="260" name="Google Shape;260;p23"/>
          <p:cNvPicPr preferRelativeResize="0"/>
          <p:nvPr/>
        </p:nvPicPr>
        <p:blipFill rotWithShape="1">
          <a:blip r:embed="rId4">
            <a:alphaModFix amt="62000"/>
          </a:blip>
          <a:srcRect b="33123" l="23874" r="40904" t="46490"/>
          <a:stretch/>
        </p:blipFill>
        <p:spPr>
          <a:xfrm rot="-5400000">
            <a:off x="8038875" y="3875025"/>
            <a:ext cx="1266600" cy="943800"/>
          </a:xfrm>
          <a:prstGeom prst="round2SameRect">
            <a:avLst>
              <a:gd fmla="val 16667" name="adj1"/>
              <a:gd fmla="val 0" name="adj2"/>
            </a:avLst>
          </a:prstGeom>
          <a:noFill/>
          <a:ln>
            <a:noFill/>
          </a:ln>
        </p:spPr>
      </p:pic>
      <p:sp>
        <p:nvSpPr>
          <p:cNvPr id="261" name="Google Shape;261;p23"/>
          <p:cNvSpPr txBox="1"/>
          <p:nvPr>
            <p:ph idx="1" type="body"/>
          </p:nvPr>
        </p:nvSpPr>
        <p:spPr>
          <a:xfrm>
            <a:off x="672225"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2" name="Google Shape;262;p23"/>
          <p:cNvSpPr txBox="1"/>
          <p:nvPr>
            <p:ph idx="2" type="subTitle"/>
          </p:nvPr>
        </p:nvSpPr>
        <p:spPr>
          <a:xfrm>
            <a:off x="672225"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63" name="Google Shape;263;p23"/>
          <p:cNvSpPr txBox="1"/>
          <p:nvPr>
            <p:ph idx="3" type="body"/>
          </p:nvPr>
        </p:nvSpPr>
        <p:spPr>
          <a:xfrm>
            <a:off x="672225"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64" name="Google Shape;264;p23"/>
          <p:cNvSpPr txBox="1"/>
          <p:nvPr>
            <p:ph idx="4" type="subTitle"/>
          </p:nvPr>
        </p:nvSpPr>
        <p:spPr>
          <a:xfrm>
            <a:off x="672225" y="3075291"/>
            <a:ext cx="2921700" cy="2079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b="1" sz="1200">
                <a:latin typeface="Manrope"/>
                <a:ea typeface="Manrope"/>
                <a:cs typeface="Manrope"/>
                <a:sym typeface="Manrope"/>
              </a:defRPr>
            </a:lvl1pPr>
            <a:lvl2pPr lvl="1">
              <a:spcBef>
                <a:spcPts val="0"/>
              </a:spcBef>
              <a:spcAft>
                <a:spcPts val="0"/>
              </a:spcAft>
              <a:buSzPts val="1200"/>
              <a:buFont typeface="Manrope"/>
              <a:buNone/>
              <a:defRPr b="1" sz="1200">
                <a:latin typeface="Manrope"/>
                <a:ea typeface="Manrope"/>
                <a:cs typeface="Manrope"/>
                <a:sym typeface="Manrope"/>
              </a:defRPr>
            </a:lvl2pPr>
            <a:lvl3pPr lvl="2">
              <a:spcBef>
                <a:spcPts val="0"/>
              </a:spcBef>
              <a:spcAft>
                <a:spcPts val="0"/>
              </a:spcAft>
              <a:buSzPts val="1200"/>
              <a:buFont typeface="Manrope"/>
              <a:buNone/>
              <a:defRPr b="1" sz="1200">
                <a:latin typeface="Manrope"/>
                <a:ea typeface="Manrope"/>
                <a:cs typeface="Manrope"/>
                <a:sym typeface="Manrope"/>
              </a:defRPr>
            </a:lvl3pPr>
            <a:lvl4pPr lvl="3">
              <a:spcBef>
                <a:spcPts val="0"/>
              </a:spcBef>
              <a:spcAft>
                <a:spcPts val="0"/>
              </a:spcAft>
              <a:buSzPts val="1200"/>
              <a:buFont typeface="Manrope"/>
              <a:buNone/>
              <a:defRPr b="1" sz="1200">
                <a:latin typeface="Manrope"/>
                <a:ea typeface="Manrope"/>
                <a:cs typeface="Manrope"/>
                <a:sym typeface="Manrope"/>
              </a:defRPr>
            </a:lvl4pPr>
            <a:lvl5pPr lvl="4">
              <a:spcBef>
                <a:spcPts val="0"/>
              </a:spcBef>
              <a:spcAft>
                <a:spcPts val="0"/>
              </a:spcAft>
              <a:buSzPts val="1200"/>
              <a:buFont typeface="Manrope"/>
              <a:buNone/>
              <a:defRPr b="1" sz="1200">
                <a:latin typeface="Manrope"/>
                <a:ea typeface="Manrope"/>
                <a:cs typeface="Manrope"/>
                <a:sym typeface="Manrope"/>
              </a:defRPr>
            </a:lvl5pPr>
            <a:lvl6pPr lvl="5">
              <a:spcBef>
                <a:spcPts val="0"/>
              </a:spcBef>
              <a:spcAft>
                <a:spcPts val="0"/>
              </a:spcAft>
              <a:buSzPts val="1200"/>
              <a:buFont typeface="Manrope"/>
              <a:buNone/>
              <a:defRPr b="1" sz="1200">
                <a:latin typeface="Manrope"/>
                <a:ea typeface="Manrope"/>
                <a:cs typeface="Manrope"/>
                <a:sym typeface="Manrope"/>
              </a:defRPr>
            </a:lvl6pPr>
            <a:lvl7pPr lvl="6">
              <a:spcBef>
                <a:spcPts val="0"/>
              </a:spcBef>
              <a:spcAft>
                <a:spcPts val="0"/>
              </a:spcAft>
              <a:buSzPts val="1200"/>
              <a:buFont typeface="Manrope"/>
              <a:buNone/>
              <a:defRPr b="1" sz="1200">
                <a:latin typeface="Manrope"/>
                <a:ea typeface="Manrope"/>
                <a:cs typeface="Manrope"/>
                <a:sym typeface="Manrope"/>
              </a:defRPr>
            </a:lvl7pPr>
            <a:lvl8pPr lvl="7">
              <a:spcBef>
                <a:spcPts val="0"/>
              </a:spcBef>
              <a:spcAft>
                <a:spcPts val="0"/>
              </a:spcAft>
              <a:buSzPts val="1200"/>
              <a:buFont typeface="Manrope"/>
              <a:buNone/>
              <a:defRPr b="1" sz="1200">
                <a:latin typeface="Manrope"/>
                <a:ea typeface="Manrope"/>
                <a:cs typeface="Manrope"/>
                <a:sym typeface="Manrope"/>
              </a:defRPr>
            </a:lvl8pPr>
            <a:lvl9pPr lvl="8">
              <a:spcBef>
                <a:spcPts val="0"/>
              </a:spcBef>
              <a:spcAft>
                <a:spcPts val="0"/>
              </a:spcAft>
              <a:buSzPts val="1200"/>
              <a:buFont typeface="Manrope"/>
              <a:buNone/>
              <a:defRPr b="1" sz="1200">
                <a:latin typeface="Manrope"/>
                <a:ea typeface="Manrope"/>
                <a:cs typeface="Manrope"/>
                <a:sym typeface="Manrope"/>
              </a:defRPr>
            </a:lvl9pPr>
          </a:lstStyle>
          <a:p/>
        </p:txBody>
      </p:sp>
      <p:sp>
        <p:nvSpPr>
          <p:cNvPr id="265" name="Google Shape;265;p23"/>
          <p:cNvSpPr txBox="1"/>
          <p:nvPr>
            <p:ph idx="5"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266" name="Google Shape;266;p23"/>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67" name="Google Shape;267;p23"/>
          <p:cNvSpPr txBox="1"/>
          <p:nvPr>
            <p:ph idx="6" type="subTitle"/>
          </p:nvPr>
        </p:nvSpPr>
        <p:spPr>
          <a:xfrm>
            <a:off x="283500"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8" name="Google Shape;268;p23"/>
          <p:cNvSpPr txBox="1"/>
          <p:nvPr>
            <p:ph idx="7" type="subTitle"/>
          </p:nvPr>
        </p:nvSpPr>
        <p:spPr>
          <a:xfrm>
            <a:off x="283500"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69" name="Google Shape;269;p23"/>
          <p:cNvSpPr txBox="1"/>
          <p:nvPr>
            <p:ph idx="8" type="body"/>
          </p:nvPr>
        </p:nvSpPr>
        <p:spPr>
          <a:xfrm>
            <a:off x="4439850" y="2016850"/>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0" name="Google Shape;270;p23"/>
          <p:cNvSpPr txBox="1"/>
          <p:nvPr>
            <p:ph idx="9" type="subTitle"/>
          </p:nvPr>
        </p:nvSpPr>
        <p:spPr>
          <a:xfrm>
            <a:off x="4439850" y="1691523"/>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1" name="Google Shape;271;p23"/>
          <p:cNvSpPr txBox="1"/>
          <p:nvPr>
            <p:ph idx="13" type="body"/>
          </p:nvPr>
        </p:nvSpPr>
        <p:spPr>
          <a:xfrm>
            <a:off x="4439850" y="3400622"/>
            <a:ext cx="2921700" cy="789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272" name="Google Shape;272;p23"/>
          <p:cNvSpPr txBox="1"/>
          <p:nvPr>
            <p:ph idx="14" type="subTitle"/>
          </p:nvPr>
        </p:nvSpPr>
        <p:spPr>
          <a:xfrm>
            <a:off x="4439850" y="3075291"/>
            <a:ext cx="2921700" cy="2079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200"/>
              <a:buFont typeface="Manrope"/>
              <a:buNone/>
              <a:defRPr b="1" sz="1200">
                <a:latin typeface="Manrope"/>
                <a:ea typeface="Manrope"/>
                <a:cs typeface="Manrope"/>
                <a:sym typeface="Manrope"/>
              </a:defRPr>
            </a:lvl1pPr>
            <a:lvl2pPr lvl="1">
              <a:lnSpc>
                <a:spcPct val="100000"/>
              </a:lnSpc>
              <a:spcBef>
                <a:spcPts val="0"/>
              </a:spcBef>
              <a:spcAft>
                <a:spcPts val="0"/>
              </a:spcAft>
              <a:buSzPts val="1200"/>
              <a:buFont typeface="Manrope"/>
              <a:buNone/>
              <a:defRPr b="1" sz="1200">
                <a:latin typeface="Manrope"/>
                <a:ea typeface="Manrope"/>
                <a:cs typeface="Manrope"/>
                <a:sym typeface="Manrope"/>
              </a:defRPr>
            </a:lvl2pPr>
            <a:lvl3pPr lvl="2">
              <a:lnSpc>
                <a:spcPct val="100000"/>
              </a:lnSpc>
              <a:spcBef>
                <a:spcPts val="0"/>
              </a:spcBef>
              <a:spcAft>
                <a:spcPts val="0"/>
              </a:spcAft>
              <a:buSzPts val="1200"/>
              <a:buFont typeface="Manrope"/>
              <a:buNone/>
              <a:defRPr b="1" sz="1200">
                <a:latin typeface="Manrope"/>
                <a:ea typeface="Manrope"/>
                <a:cs typeface="Manrope"/>
                <a:sym typeface="Manrope"/>
              </a:defRPr>
            </a:lvl3pPr>
            <a:lvl4pPr lvl="3">
              <a:lnSpc>
                <a:spcPct val="100000"/>
              </a:lnSpc>
              <a:spcBef>
                <a:spcPts val="0"/>
              </a:spcBef>
              <a:spcAft>
                <a:spcPts val="0"/>
              </a:spcAft>
              <a:buSzPts val="1200"/>
              <a:buFont typeface="Manrope"/>
              <a:buNone/>
              <a:defRPr b="1" sz="1200">
                <a:latin typeface="Manrope"/>
                <a:ea typeface="Manrope"/>
                <a:cs typeface="Manrope"/>
                <a:sym typeface="Manrope"/>
              </a:defRPr>
            </a:lvl4pPr>
            <a:lvl5pPr lvl="4">
              <a:lnSpc>
                <a:spcPct val="100000"/>
              </a:lnSpc>
              <a:spcBef>
                <a:spcPts val="0"/>
              </a:spcBef>
              <a:spcAft>
                <a:spcPts val="0"/>
              </a:spcAft>
              <a:buSzPts val="1200"/>
              <a:buFont typeface="Manrope"/>
              <a:buNone/>
              <a:defRPr b="1" sz="1200">
                <a:latin typeface="Manrope"/>
                <a:ea typeface="Manrope"/>
                <a:cs typeface="Manrope"/>
                <a:sym typeface="Manrope"/>
              </a:defRPr>
            </a:lvl5pPr>
            <a:lvl6pPr lvl="5">
              <a:lnSpc>
                <a:spcPct val="100000"/>
              </a:lnSpc>
              <a:spcBef>
                <a:spcPts val="0"/>
              </a:spcBef>
              <a:spcAft>
                <a:spcPts val="0"/>
              </a:spcAft>
              <a:buSzPts val="1200"/>
              <a:buFont typeface="Manrope"/>
              <a:buNone/>
              <a:defRPr b="1" sz="1200">
                <a:latin typeface="Manrope"/>
                <a:ea typeface="Manrope"/>
                <a:cs typeface="Manrope"/>
                <a:sym typeface="Manrope"/>
              </a:defRPr>
            </a:lvl6pPr>
            <a:lvl7pPr lvl="6">
              <a:lnSpc>
                <a:spcPct val="100000"/>
              </a:lnSpc>
              <a:spcBef>
                <a:spcPts val="0"/>
              </a:spcBef>
              <a:spcAft>
                <a:spcPts val="0"/>
              </a:spcAft>
              <a:buSzPts val="1200"/>
              <a:buFont typeface="Manrope"/>
              <a:buNone/>
              <a:defRPr b="1" sz="1200">
                <a:latin typeface="Manrope"/>
                <a:ea typeface="Manrope"/>
                <a:cs typeface="Manrope"/>
                <a:sym typeface="Manrope"/>
              </a:defRPr>
            </a:lvl7pPr>
            <a:lvl8pPr lvl="7">
              <a:lnSpc>
                <a:spcPct val="100000"/>
              </a:lnSpc>
              <a:spcBef>
                <a:spcPts val="0"/>
              </a:spcBef>
              <a:spcAft>
                <a:spcPts val="0"/>
              </a:spcAft>
              <a:buSzPts val="1200"/>
              <a:buFont typeface="Manrope"/>
              <a:buNone/>
              <a:defRPr b="1" sz="1200">
                <a:latin typeface="Manrope"/>
                <a:ea typeface="Manrope"/>
                <a:cs typeface="Manrope"/>
                <a:sym typeface="Manrope"/>
              </a:defRPr>
            </a:lvl8pPr>
            <a:lvl9pPr lvl="8">
              <a:lnSpc>
                <a:spcPct val="100000"/>
              </a:lnSpc>
              <a:spcBef>
                <a:spcPts val="0"/>
              </a:spcBef>
              <a:spcAft>
                <a:spcPts val="0"/>
              </a:spcAft>
              <a:buSzPts val="1200"/>
              <a:buFont typeface="Manrope"/>
              <a:buNone/>
              <a:defRPr b="1" sz="1200">
                <a:latin typeface="Manrope"/>
                <a:ea typeface="Manrope"/>
                <a:cs typeface="Manrope"/>
                <a:sym typeface="Manrope"/>
              </a:defRPr>
            </a:lvl9pPr>
          </a:lstStyle>
          <a:p/>
        </p:txBody>
      </p:sp>
      <p:sp>
        <p:nvSpPr>
          <p:cNvPr id="273" name="Google Shape;273;p23"/>
          <p:cNvSpPr txBox="1"/>
          <p:nvPr>
            <p:ph idx="15" type="subTitle"/>
          </p:nvPr>
        </p:nvSpPr>
        <p:spPr>
          <a:xfrm>
            <a:off x="4051125" y="1691525"/>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
        <p:nvSpPr>
          <p:cNvPr id="274" name="Google Shape;274;p23"/>
          <p:cNvSpPr txBox="1"/>
          <p:nvPr>
            <p:ph idx="16" type="subTitle"/>
          </p:nvPr>
        </p:nvSpPr>
        <p:spPr>
          <a:xfrm>
            <a:off x="4051125" y="3075300"/>
            <a:ext cx="367500" cy="2079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200"/>
              <a:buFont typeface="Manrope"/>
              <a:buNone/>
              <a:defRPr sz="1200">
                <a:latin typeface="Manrope"/>
                <a:ea typeface="Manrope"/>
                <a:cs typeface="Manrope"/>
                <a:sym typeface="Manrope"/>
              </a:defRPr>
            </a:lvl1pPr>
            <a:lvl2pPr lvl="1">
              <a:lnSpc>
                <a:spcPct val="100000"/>
              </a:lnSpc>
              <a:spcBef>
                <a:spcPts val="0"/>
              </a:spcBef>
              <a:spcAft>
                <a:spcPts val="0"/>
              </a:spcAft>
              <a:buSzPts val="1200"/>
              <a:buFont typeface="Manrope"/>
              <a:buNone/>
              <a:defRPr sz="1200">
                <a:latin typeface="Manrope"/>
                <a:ea typeface="Manrope"/>
                <a:cs typeface="Manrope"/>
                <a:sym typeface="Manrope"/>
              </a:defRPr>
            </a:lvl2pPr>
            <a:lvl3pPr lvl="2">
              <a:lnSpc>
                <a:spcPct val="100000"/>
              </a:lnSpc>
              <a:spcBef>
                <a:spcPts val="0"/>
              </a:spcBef>
              <a:spcAft>
                <a:spcPts val="0"/>
              </a:spcAft>
              <a:buSzPts val="1200"/>
              <a:buFont typeface="Manrope"/>
              <a:buNone/>
              <a:defRPr sz="1200">
                <a:latin typeface="Manrope"/>
                <a:ea typeface="Manrope"/>
                <a:cs typeface="Manrope"/>
                <a:sym typeface="Manrope"/>
              </a:defRPr>
            </a:lvl3pPr>
            <a:lvl4pPr lvl="3">
              <a:lnSpc>
                <a:spcPct val="100000"/>
              </a:lnSpc>
              <a:spcBef>
                <a:spcPts val="0"/>
              </a:spcBef>
              <a:spcAft>
                <a:spcPts val="0"/>
              </a:spcAft>
              <a:buSzPts val="1200"/>
              <a:buFont typeface="Manrope"/>
              <a:buNone/>
              <a:defRPr sz="1200">
                <a:latin typeface="Manrope"/>
                <a:ea typeface="Manrope"/>
                <a:cs typeface="Manrope"/>
                <a:sym typeface="Manrope"/>
              </a:defRPr>
            </a:lvl4pPr>
            <a:lvl5pPr lvl="4">
              <a:lnSpc>
                <a:spcPct val="100000"/>
              </a:lnSpc>
              <a:spcBef>
                <a:spcPts val="0"/>
              </a:spcBef>
              <a:spcAft>
                <a:spcPts val="0"/>
              </a:spcAft>
              <a:buSzPts val="1200"/>
              <a:buFont typeface="Manrope"/>
              <a:buNone/>
              <a:defRPr sz="1200">
                <a:latin typeface="Manrope"/>
                <a:ea typeface="Manrope"/>
                <a:cs typeface="Manrope"/>
                <a:sym typeface="Manrope"/>
              </a:defRPr>
            </a:lvl5pPr>
            <a:lvl6pPr lvl="5">
              <a:lnSpc>
                <a:spcPct val="100000"/>
              </a:lnSpc>
              <a:spcBef>
                <a:spcPts val="0"/>
              </a:spcBef>
              <a:spcAft>
                <a:spcPts val="0"/>
              </a:spcAft>
              <a:buSzPts val="1200"/>
              <a:buFont typeface="Manrope"/>
              <a:buNone/>
              <a:defRPr sz="1200">
                <a:latin typeface="Manrope"/>
                <a:ea typeface="Manrope"/>
                <a:cs typeface="Manrope"/>
                <a:sym typeface="Manrope"/>
              </a:defRPr>
            </a:lvl6pPr>
            <a:lvl7pPr lvl="6">
              <a:lnSpc>
                <a:spcPct val="100000"/>
              </a:lnSpc>
              <a:spcBef>
                <a:spcPts val="0"/>
              </a:spcBef>
              <a:spcAft>
                <a:spcPts val="0"/>
              </a:spcAft>
              <a:buSzPts val="1200"/>
              <a:buFont typeface="Manrope"/>
              <a:buNone/>
              <a:defRPr sz="1200">
                <a:latin typeface="Manrope"/>
                <a:ea typeface="Manrope"/>
                <a:cs typeface="Manrope"/>
                <a:sym typeface="Manrope"/>
              </a:defRPr>
            </a:lvl7pPr>
            <a:lvl8pPr lvl="7">
              <a:lnSpc>
                <a:spcPct val="100000"/>
              </a:lnSpc>
              <a:spcBef>
                <a:spcPts val="0"/>
              </a:spcBef>
              <a:spcAft>
                <a:spcPts val="0"/>
              </a:spcAft>
              <a:buSzPts val="1200"/>
              <a:buFont typeface="Manrope"/>
              <a:buNone/>
              <a:defRPr sz="1200">
                <a:latin typeface="Manrope"/>
                <a:ea typeface="Manrope"/>
                <a:cs typeface="Manrope"/>
                <a:sym typeface="Manrope"/>
              </a:defRPr>
            </a:lvl8pPr>
            <a:lvl9pPr lvl="8">
              <a:lnSpc>
                <a:spcPct val="100000"/>
              </a:lnSpc>
              <a:spcBef>
                <a:spcPts val="0"/>
              </a:spcBef>
              <a:spcAft>
                <a:spcPts val="0"/>
              </a:spcAft>
              <a:buSzPts val="1200"/>
              <a:buFont typeface="Manrope"/>
              <a:buNone/>
              <a:defRPr sz="1200">
                <a:latin typeface="Manrope"/>
                <a:ea typeface="Manrope"/>
                <a:cs typeface="Manrope"/>
                <a:sym typeface="Manrop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
  <p:cSld name="CUSTOM_2">
    <p:spTree>
      <p:nvGrpSpPr>
        <p:cNvPr id="275" name="Shape 275"/>
        <p:cNvGrpSpPr/>
        <p:nvPr/>
      </p:nvGrpSpPr>
      <p:grpSpPr>
        <a:xfrm>
          <a:off x="0" y="0"/>
          <a:ext cx="0" cy="0"/>
          <a:chOff x="0" y="0"/>
          <a:chExt cx="0" cy="0"/>
        </a:xfrm>
      </p:grpSpPr>
      <p:sp>
        <p:nvSpPr>
          <p:cNvPr id="276" name="Google Shape;276;p24"/>
          <p:cNvSpPr txBox="1"/>
          <p:nvPr>
            <p:ph idx="1" type="subTitle"/>
          </p:nvPr>
        </p:nvSpPr>
        <p:spPr>
          <a:xfrm>
            <a:off x="628575"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7" name="Google Shape;277;p24"/>
          <p:cNvSpPr txBox="1"/>
          <p:nvPr>
            <p:ph idx="2" type="subTitle"/>
          </p:nvPr>
        </p:nvSpPr>
        <p:spPr>
          <a:xfrm>
            <a:off x="3386550" y="1714500"/>
            <a:ext cx="2370900" cy="572100"/>
          </a:xfrm>
          <a:prstGeom prst="rect">
            <a:avLst/>
          </a:prstGeom>
        </p:spPr>
        <p:txBody>
          <a:bodyPr anchorCtr="0" anchor="t" bIns="0" lIns="0" spcFirstLastPara="1" rIns="0" wrap="square" tIns="0">
            <a:spAutoFit/>
          </a:bodyPr>
          <a:lstStyle>
            <a:lvl1pPr lvl="0">
              <a:lnSpc>
                <a:spcPct val="115000"/>
              </a:lnSpc>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 name="Google Shape;278;p24"/>
          <p:cNvSpPr txBox="1"/>
          <p:nvPr>
            <p:ph idx="3" type="subTitle"/>
          </p:nvPr>
        </p:nvSpPr>
        <p:spPr>
          <a:xfrm>
            <a:off x="6134513" y="1714500"/>
            <a:ext cx="2370900" cy="572100"/>
          </a:xfrm>
          <a:prstGeom prst="rect">
            <a:avLst/>
          </a:prstGeom>
        </p:spPr>
        <p:txBody>
          <a:bodyPr anchorCtr="0" anchor="t" bIns="0" lIns="0" spcFirstLastPara="1" rIns="0" wrap="square" tIns="0">
            <a:spAutoFit/>
          </a:bodyPr>
          <a:lstStyle>
            <a:lvl1pPr lvl="0">
              <a:spcBef>
                <a:spcPts val="0"/>
              </a:spcBef>
              <a:spcAft>
                <a:spcPts val="0"/>
              </a:spcAft>
              <a:buSzPts val="1400"/>
              <a:buFont typeface="Manrope"/>
              <a:buNone/>
              <a:defRPr>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79" name="Google Shape;279;p24"/>
          <p:cNvSpPr txBox="1"/>
          <p:nvPr>
            <p:ph idx="4" type="body"/>
          </p:nvPr>
        </p:nvSpPr>
        <p:spPr>
          <a:xfrm>
            <a:off x="628575"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0" name="Google Shape;280;p24"/>
          <p:cNvSpPr txBox="1"/>
          <p:nvPr>
            <p:ph idx="5" type="body"/>
          </p:nvPr>
        </p:nvSpPr>
        <p:spPr>
          <a:xfrm>
            <a:off x="3386554" y="3107675"/>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1" name="Google Shape;281;p24"/>
          <p:cNvSpPr txBox="1"/>
          <p:nvPr>
            <p:ph idx="6" type="body"/>
          </p:nvPr>
        </p:nvSpPr>
        <p:spPr>
          <a:xfrm>
            <a:off x="6134521" y="3107719"/>
            <a:ext cx="2370900" cy="7743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24"/>
          <p:cNvSpPr/>
          <p:nvPr/>
        </p:nvSpPr>
        <p:spPr>
          <a:xfrm>
            <a:off x="628575"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3" name="Google Shape;283;p24"/>
          <p:cNvSpPr/>
          <p:nvPr/>
        </p:nvSpPr>
        <p:spPr>
          <a:xfrm>
            <a:off x="2299001"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4" name="Google Shape;284;p24"/>
          <p:cNvSpPr txBox="1"/>
          <p:nvPr>
            <p:ph idx="7" type="subTitle"/>
          </p:nvPr>
        </p:nvSpPr>
        <p:spPr>
          <a:xfrm>
            <a:off x="6991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5" name="Google Shape;285;p24"/>
          <p:cNvSpPr txBox="1"/>
          <p:nvPr>
            <p:ph idx="8" type="subTitle"/>
          </p:nvPr>
        </p:nvSpPr>
        <p:spPr>
          <a:xfrm>
            <a:off x="2359900"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900"/>
              <a:buFont typeface="Manrope"/>
              <a:buNone/>
              <a:defRPr sz="900">
                <a:latin typeface="Manrope"/>
                <a:ea typeface="Manrope"/>
                <a:cs typeface="Manrope"/>
                <a:sym typeface="Manrope"/>
              </a:defRPr>
            </a:lvl2pPr>
            <a:lvl3pPr lvl="2">
              <a:spcBef>
                <a:spcPts val="0"/>
              </a:spcBef>
              <a:spcAft>
                <a:spcPts val="0"/>
              </a:spcAft>
              <a:buSzPts val="900"/>
              <a:buFont typeface="Manrope"/>
              <a:buNone/>
              <a:defRPr sz="900">
                <a:latin typeface="Manrope"/>
                <a:ea typeface="Manrope"/>
                <a:cs typeface="Manrope"/>
                <a:sym typeface="Manrope"/>
              </a:defRPr>
            </a:lvl3pPr>
            <a:lvl4pPr lvl="3">
              <a:spcBef>
                <a:spcPts val="0"/>
              </a:spcBef>
              <a:spcAft>
                <a:spcPts val="0"/>
              </a:spcAft>
              <a:buSzPts val="900"/>
              <a:buFont typeface="Manrope"/>
              <a:buNone/>
              <a:defRPr sz="900">
                <a:latin typeface="Manrope"/>
                <a:ea typeface="Manrope"/>
                <a:cs typeface="Manrope"/>
                <a:sym typeface="Manrope"/>
              </a:defRPr>
            </a:lvl4pPr>
            <a:lvl5pPr lvl="4">
              <a:spcBef>
                <a:spcPts val="0"/>
              </a:spcBef>
              <a:spcAft>
                <a:spcPts val="0"/>
              </a:spcAft>
              <a:buSzPts val="900"/>
              <a:buFont typeface="Manrope"/>
              <a:buNone/>
              <a:defRPr sz="900">
                <a:latin typeface="Manrope"/>
                <a:ea typeface="Manrope"/>
                <a:cs typeface="Manrope"/>
                <a:sym typeface="Manrope"/>
              </a:defRPr>
            </a:lvl5pPr>
            <a:lvl6pPr lvl="5">
              <a:spcBef>
                <a:spcPts val="0"/>
              </a:spcBef>
              <a:spcAft>
                <a:spcPts val="0"/>
              </a:spcAft>
              <a:buSzPts val="900"/>
              <a:buFont typeface="Manrope"/>
              <a:buNone/>
              <a:defRPr sz="900">
                <a:latin typeface="Manrope"/>
                <a:ea typeface="Manrope"/>
                <a:cs typeface="Manrope"/>
                <a:sym typeface="Manrope"/>
              </a:defRPr>
            </a:lvl6pPr>
            <a:lvl7pPr lvl="6">
              <a:spcBef>
                <a:spcPts val="0"/>
              </a:spcBef>
              <a:spcAft>
                <a:spcPts val="0"/>
              </a:spcAft>
              <a:buSzPts val="900"/>
              <a:buFont typeface="Manrope"/>
              <a:buNone/>
              <a:defRPr sz="900">
                <a:latin typeface="Manrope"/>
                <a:ea typeface="Manrope"/>
                <a:cs typeface="Manrope"/>
                <a:sym typeface="Manrope"/>
              </a:defRPr>
            </a:lvl7pPr>
            <a:lvl8pPr lvl="7">
              <a:spcBef>
                <a:spcPts val="0"/>
              </a:spcBef>
              <a:spcAft>
                <a:spcPts val="0"/>
              </a:spcAft>
              <a:buSzPts val="900"/>
              <a:buFont typeface="Manrope"/>
              <a:buNone/>
              <a:defRPr sz="900">
                <a:latin typeface="Manrope"/>
                <a:ea typeface="Manrope"/>
                <a:cs typeface="Manrope"/>
                <a:sym typeface="Manrope"/>
              </a:defRPr>
            </a:lvl8pPr>
            <a:lvl9pPr lvl="8">
              <a:spcBef>
                <a:spcPts val="0"/>
              </a:spcBef>
              <a:spcAft>
                <a:spcPts val="0"/>
              </a:spcAft>
              <a:buSzPts val="900"/>
              <a:buFont typeface="Manrope"/>
              <a:buNone/>
              <a:defRPr sz="900">
                <a:latin typeface="Manrope"/>
                <a:ea typeface="Manrope"/>
                <a:cs typeface="Manrope"/>
                <a:sym typeface="Manrope"/>
              </a:defRPr>
            </a:lvl9pPr>
          </a:lstStyle>
          <a:p/>
        </p:txBody>
      </p:sp>
      <p:sp>
        <p:nvSpPr>
          <p:cNvPr id="286" name="Google Shape;286;p24"/>
          <p:cNvSpPr/>
          <p:nvPr/>
        </p:nvSpPr>
        <p:spPr>
          <a:xfrm>
            <a:off x="3381538"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7" name="Google Shape;287;p24"/>
          <p:cNvSpPr/>
          <p:nvPr/>
        </p:nvSpPr>
        <p:spPr>
          <a:xfrm>
            <a:off x="505416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88" name="Google Shape;288;p24"/>
          <p:cNvSpPr txBox="1"/>
          <p:nvPr>
            <p:ph idx="9" type="subTitle"/>
          </p:nvPr>
        </p:nvSpPr>
        <p:spPr>
          <a:xfrm>
            <a:off x="3452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89" name="Google Shape;289;p24"/>
          <p:cNvSpPr txBox="1"/>
          <p:nvPr>
            <p:ph idx="13" type="subTitle"/>
          </p:nvPr>
        </p:nvSpPr>
        <p:spPr>
          <a:xfrm>
            <a:off x="511506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0" name="Google Shape;290;p24"/>
          <p:cNvSpPr/>
          <p:nvPr/>
        </p:nvSpPr>
        <p:spPr>
          <a:xfrm>
            <a:off x="61345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1" name="Google Shape;291;p24"/>
          <p:cNvSpPr/>
          <p:nvPr/>
        </p:nvSpPr>
        <p:spPr>
          <a:xfrm>
            <a:off x="7809313" y="4058500"/>
            <a:ext cx="708300" cy="238200"/>
          </a:xfrm>
          <a:prstGeom prst="roundRect">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solidFill>
                <a:schemeClr val="dk1"/>
              </a:solidFill>
              <a:latin typeface="Manrope SemiBold"/>
              <a:ea typeface="Manrope SemiBold"/>
              <a:cs typeface="Manrope SemiBold"/>
              <a:sym typeface="Manrope SemiBold"/>
            </a:endParaRPr>
          </a:p>
        </p:txBody>
      </p:sp>
      <p:sp>
        <p:nvSpPr>
          <p:cNvPr id="292" name="Google Shape;292;p24"/>
          <p:cNvSpPr txBox="1"/>
          <p:nvPr>
            <p:ph idx="14" type="subTitle"/>
          </p:nvPr>
        </p:nvSpPr>
        <p:spPr>
          <a:xfrm>
            <a:off x="6205038"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3" name="Google Shape;293;p24"/>
          <p:cNvSpPr txBox="1"/>
          <p:nvPr>
            <p:ph idx="15" type="subTitle"/>
          </p:nvPr>
        </p:nvSpPr>
        <p:spPr>
          <a:xfrm>
            <a:off x="7870213" y="4090000"/>
            <a:ext cx="586500" cy="175200"/>
          </a:xfrm>
          <a:prstGeom prst="rect">
            <a:avLst/>
          </a:prstGeom>
        </p:spPr>
        <p:txBody>
          <a:bodyPr anchorCtr="0" anchor="ctr" bIns="0" lIns="0" spcFirstLastPara="1" rIns="0" wrap="square" tIns="0">
            <a:noAutofit/>
          </a:bodyPr>
          <a:lstStyle>
            <a:lvl1pPr lvl="0" algn="ctr">
              <a:spcBef>
                <a:spcPts val="0"/>
              </a:spcBef>
              <a:spcAft>
                <a:spcPts val="0"/>
              </a:spcAft>
              <a:buSzPts val="900"/>
              <a:buFont typeface="Manrope"/>
              <a:buNone/>
              <a:defRPr sz="900">
                <a:latin typeface="Manrope"/>
                <a:ea typeface="Manrope"/>
                <a:cs typeface="Manrope"/>
                <a:sym typeface="Manrope"/>
              </a:defRPr>
            </a:lvl1pPr>
            <a:lvl2pPr lvl="1">
              <a:spcBef>
                <a:spcPts val="0"/>
              </a:spcBef>
              <a:spcAft>
                <a:spcPts val="0"/>
              </a:spcAft>
              <a:buSzPts val="1400"/>
              <a:buFont typeface="Manrope"/>
              <a:buNone/>
              <a:defRPr>
                <a:latin typeface="Manrope"/>
                <a:ea typeface="Manrope"/>
                <a:cs typeface="Manrope"/>
                <a:sym typeface="Manrope"/>
              </a:defRPr>
            </a:lvl2pPr>
            <a:lvl3pPr lvl="2">
              <a:spcBef>
                <a:spcPts val="0"/>
              </a:spcBef>
              <a:spcAft>
                <a:spcPts val="0"/>
              </a:spcAft>
              <a:buSzPts val="1400"/>
              <a:buFont typeface="Manrope"/>
              <a:buNone/>
              <a:defRPr>
                <a:latin typeface="Manrope"/>
                <a:ea typeface="Manrope"/>
                <a:cs typeface="Manrope"/>
                <a:sym typeface="Manrope"/>
              </a:defRPr>
            </a:lvl3pPr>
            <a:lvl4pPr lvl="3">
              <a:spcBef>
                <a:spcPts val="0"/>
              </a:spcBef>
              <a:spcAft>
                <a:spcPts val="0"/>
              </a:spcAft>
              <a:buSzPts val="1400"/>
              <a:buFont typeface="Manrope"/>
              <a:buNone/>
              <a:defRPr>
                <a:latin typeface="Manrope"/>
                <a:ea typeface="Manrope"/>
                <a:cs typeface="Manrope"/>
                <a:sym typeface="Manrope"/>
              </a:defRPr>
            </a:lvl4pPr>
            <a:lvl5pPr lvl="4">
              <a:spcBef>
                <a:spcPts val="0"/>
              </a:spcBef>
              <a:spcAft>
                <a:spcPts val="0"/>
              </a:spcAft>
              <a:buSzPts val="1400"/>
              <a:buFont typeface="Manrope"/>
              <a:buNone/>
              <a:defRPr>
                <a:latin typeface="Manrope"/>
                <a:ea typeface="Manrope"/>
                <a:cs typeface="Manrope"/>
                <a:sym typeface="Manrope"/>
              </a:defRPr>
            </a:lvl5pPr>
            <a:lvl6pPr lvl="5">
              <a:spcBef>
                <a:spcPts val="0"/>
              </a:spcBef>
              <a:spcAft>
                <a:spcPts val="0"/>
              </a:spcAft>
              <a:buSzPts val="1400"/>
              <a:buFont typeface="Manrope"/>
              <a:buNone/>
              <a:defRPr>
                <a:latin typeface="Manrope"/>
                <a:ea typeface="Manrope"/>
                <a:cs typeface="Manrope"/>
                <a:sym typeface="Manrope"/>
              </a:defRPr>
            </a:lvl6pPr>
            <a:lvl7pPr lvl="6">
              <a:spcBef>
                <a:spcPts val="0"/>
              </a:spcBef>
              <a:spcAft>
                <a:spcPts val="0"/>
              </a:spcAft>
              <a:buSzPts val="1400"/>
              <a:buFont typeface="Manrope"/>
              <a:buNone/>
              <a:defRPr>
                <a:latin typeface="Manrope"/>
                <a:ea typeface="Manrope"/>
                <a:cs typeface="Manrope"/>
                <a:sym typeface="Manrope"/>
              </a:defRPr>
            </a:lvl7pPr>
            <a:lvl8pPr lvl="7">
              <a:spcBef>
                <a:spcPts val="0"/>
              </a:spcBef>
              <a:spcAft>
                <a:spcPts val="0"/>
              </a:spcAft>
              <a:buSzPts val="1400"/>
              <a:buFont typeface="Manrope"/>
              <a:buNone/>
              <a:defRPr>
                <a:latin typeface="Manrope"/>
                <a:ea typeface="Manrope"/>
                <a:cs typeface="Manrope"/>
                <a:sym typeface="Manrope"/>
              </a:defRPr>
            </a:lvl8pPr>
            <a:lvl9pPr lvl="8">
              <a:spcBef>
                <a:spcPts val="0"/>
              </a:spcBef>
              <a:spcAft>
                <a:spcPts val="0"/>
              </a:spcAft>
              <a:buSzPts val="1400"/>
              <a:buFont typeface="Manrope"/>
              <a:buNone/>
              <a:defRPr>
                <a:latin typeface="Manrope"/>
                <a:ea typeface="Manrope"/>
                <a:cs typeface="Manrope"/>
                <a:sym typeface="Manrope"/>
              </a:defRPr>
            </a:lvl9pPr>
          </a:lstStyle>
          <a:p/>
        </p:txBody>
      </p:sp>
      <p:sp>
        <p:nvSpPr>
          <p:cNvPr id="294" name="Google Shape;294;p24"/>
          <p:cNvSpPr txBox="1"/>
          <p:nvPr>
            <p:ph idx="16" type="subTitle"/>
          </p:nvPr>
        </p:nvSpPr>
        <p:spPr>
          <a:xfrm>
            <a:off x="64957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5" name="Google Shape;295;p24"/>
          <p:cNvSpPr txBox="1"/>
          <p:nvPr>
            <p:ph idx="17" type="subTitle"/>
          </p:nvPr>
        </p:nvSpPr>
        <p:spPr>
          <a:xfrm>
            <a:off x="22990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6" name="Google Shape;296;p24"/>
          <p:cNvSpPr txBox="1"/>
          <p:nvPr>
            <p:ph idx="18" type="subTitle"/>
          </p:nvPr>
        </p:nvSpPr>
        <p:spPr>
          <a:xfrm>
            <a:off x="33833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7" name="Google Shape;297;p24"/>
          <p:cNvSpPr txBox="1"/>
          <p:nvPr>
            <p:ph idx="19" type="subTitle"/>
          </p:nvPr>
        </p:nvSpPr>
        <p:spPr>
          <a:xfrm>
            <a:off x="50524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8" name="Google Shape;298;p24"/>
          <p:cNvSpPr txBox="1"/>
          <p:nvPr>
            <p:ph idx="20" type="subTitle"/>
          </p:nvPr>
        </p:nvSpPr>
        <p:spPr>
          <a:xfrm>
            <a:off x="6134525"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299" name="Google Shape;299;p24"/>
          <p:cNvSpPr txBox="1"/>
          <p:nvPr>
            <p:ph idx="21" type="subTitle"/>
          </p:nvPr>
        </p:nvSpPr>
        <p:spPr>
          <a:xfrm>
            <a:off x="7805800" y="4473325"/>
            <a:ext cx="708300" cy="175200"/>
          </a:xfrm>
          <a:prstGeom prst="rect">
            <a:avLst/>
          </a:prstGeom>
        </p:spPr>
        <p:txBody>
          <a:bodyPr anchorCtr="0" anchor="ctr" bIns="0" lIns="0" spcFirstLastPara="1" rIns="0" wrap="square" tIns="0">
            <a:spAutoFit/>
          </a:bodyPr>
          <a:lstStyle>
            <a:lvl1pPr lvl="0">
              <a:lnSpc>
                <a:spcPct val="100000"/>
              </a:lnSpc>
              <a:spcBef>
                <a:spcPts val="0"/>
              </a:spcBef>
              <a:spcAft>
                <a:spcPts val="0"/>
              </a:spcAft>
              <a:buSzPts val="900"/>
              <a:buNone/>
              <a:defRPr sz="900"/>
            </a:lvl1pPr>
            <a:lvl2pPr lvl="1">
              <a:lnSpc>
                <a:spcPct val="100000"/>
              </a:lnSpc>
              <a:spcBef>
                <a:spcPts val="0"/>
              </a:spcBef>
              <a:spcAft>
                <a:spcPts val="0"/>
              </a:spcAft>
              <a:buSzPts val="900"/>
              <a:buNone/>
              <a:defRPr sz="900"/>
            </a:lvl2pPr>
            <a:lvl3pPr lvl="2">
              <a:lnSpc>
                <a:spcPct val="100000"/>
              </a:lnSpc>
              <a:spcBef>
                <a:spcPts val="0"/>
              </a:spcBef>
              <a:spcAft>
                <a:spcPts val="0"/>
              </a:spcAft>
              <a:buSzPts val="900"/>
              <a:buNone/>
              <a:defRPr sz="900"/>
            </a:lvl3pPr>
            <a:lvl4pPr lvl="3">
              <a:lnSpc>
                <a:spcPct val="100000"/>
              </a:lnSpc>
              <a:spcBef>
                <a:spcPts val="0"/>
              </a:spcBef>
              <a:spcAft>
                <a:spcPts val="0"/>
              </a:spcAft>
              <a:buSzPts val="900"/>
              <a:buNone/>
              <a:defRPr sz="900"/>
            </a:lvl4pPr>
            <a:lvl5pPr lvl="4">
              <a:lnSpc>
                <a:spcPct val="100000"/>
              </a:lnSpc>
              <a:spcBef>
                <a:spcPts val="0"/>
              </a:spcBef>
              <a:spcAft>
                <a:spcPts val="0"/>
              </a:spcAft>
              <a:buSzPts val="900"/>
              <a:buNone/>
              <a:defRPr sz="900"/>
            </a:lvl5pPr>
            <a:lvl6pPr lvl="5">
              <a:lnSpc>
                <a:spcPct val="100000"/>
              </a:lnSpc>
              <a:spcBef>
                <a:spcPts val="0"/>
              </a:spcBef>
              <a:spcAft>
                <a:spcPts val="0"/>
              </a:spcAft>
              <a:buSzPts val="900"/>
              <a:buNone/>
              <a:defRPr sz="900"/>
            </a:lvl6pPr>
            <a:lvl7pPr lvl="6">
              <a:lnSpc>
                <a:spcPct val="100000"/>
              </a:lnSpc>
              <a:spcBef>
                <a:spcPts val="0"/>
              </a:spcBef>
              <a:spcAft>
                <a:spcPts val="0"/>
              </a:spcAft>
              <a:buSzPts val="900"/>
              <a:buNone/>
              <a:defRPr sz="900"/>
            </a:lvl7pPr>
            <a:lvl8pPr lvl="7">
              <a:lnSpc>
                <a:spcPct val="100000"/>
              </a:lnSpc>
              <a:spcBef>
                <a:spcPts val="0"/>
              </a:spcBef>
              <a:spcAft>
                <a:spcPts val="0"/>
              </a:spcAft>
              <a:buSzPts val="900"/>
              <a:buNone/>
              <a:defRPr sz="900"/>
            </a:lvl8pPr>
            <a:lvl9pPr lvl="8">
              <a:lnSpc>
                <a:spcPct val="100000"/>
              </a:lnSpc>
              <a:spcBef>
                <a:spcPts val="0"/>
              </a:spcBef>
              <a:spcAft>
                <a:spcPts val="0"/>
              </a:spcAft>
              <a:buSzPts val="900"/>
              <a:buNone/>
              <a:defRPr sz="900"/>
            </a:lvl9pPr>
          </a:lstStyle>
          <a:p/>
        </p:txBody>
      </p:sp>
      <p:sp>
        <p:nvSpPr>
          <p:cNvPr id="300" name="Google Shape;300;p24"/>
          <p:cNvSpPr txBox="1"/>
          <p:nvPr>
            <p:ph idx="22"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01" name="Google Shape;301;p24"/>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with images">
  <p:cSld name="CUSTOM_5">
    <p:spTree>
      <p:nvGrpSpPr>
        <p:cNvPr id="302" name="Shape 302"/>
        <p:cNvGrpSpPr/>
        <p:nvPr/>
      </p:nvGrpSpPr>
      <p:grpSpPr>
        <a:xfrm>
          <a:off x="0" y="0"/>
          <a:ext cx="0" cy="0"/>
          <a:chOff x="0" y="0"/>
          <a:chExt cx="0" cy="0"/>
        </a:xfrm>
      </p:grpSpPr>
      <p:sp>
        <p:nvSpPr>
          <p:cNvPr id="303" name="Google Shape;303;p25"/>
          <p:cNvSpPr/>
          <p:nvPr>
            <p:ph idx="2" type="pic"/>
          </p:nvPr>
        </p:nvSpPr>
        <p:spPr>
          <a:xfrm>
            <a:off x="477500" y="1765975"/>
            <a:ext cx="2667900" cy="1424100"/>
          </a:xfrm>
          <a:prstGeom prst="roundRect">
            <a:avLst>
              <a:gd fmla="val 16667" name="adj"/>
            </a:avLst>
          </a:prstGeom>
          <a:noFill/>
          <a:ln>
            <a:noFill/>
          </a:ln>
        </p:spPr>
      </p:sp>
      <p:sp>
        <p:nvSpPr>
          <p:cNvPr id="304" name="Google Shape;304;p25"/>
          <p:cNvSpPr/>
          <p:nvPr>
            <p:ph idx="3" type="pic"/>
          </p:nvPr>
        </p:nvSpPr>
        <p:spPr>
          <a:xfrm>
            <a:off x="3238050" y="1765975"/>
            <a:ext cx="2667900" cy="1424100"/>
          </a:xfrm>
          <a:prstGeom prst="roundRect">
            <a:avLst>
              <a:gd fmla="val 16667" name="adj"/>
            </a:avLst>
          </a:prstGeom>
          <a:noFill/>
          <a:ln>
            <a:noFill/>
          </a:ln>
        </p:spPr>
      </p:sp>
      <p:sp>
        <p:nvSpPr>
          <p:cNvPr id="305" name="Google Shape;305;p25"/>
          <p:cNvSpPr/>
          <p:nvPr>
            <p:ph idx="4" type="pic"/>
          </p:nvPr>
        </p:nvSpPr>
        <p:spPr>
          <a:xfrm>
            <a:off x="5998600" y="1765975"/>
            <a:ext cx="2667900" cy="1424100"/>
          </a:xfrm>
          <a:prstGeom prst="roundRect">
            <a:avLst>
              <a:gd fmla="val 16667" name="adj"/>
            </a:avLst>
          </a:prstGeom>
          <a:noFill/>
          <a:ln>
            <a:noFill/>
          </a:ln>
        </p:spPr>
      </p:sp>
      <p:sp>
        <p:nvSpPr>
          <p:cNvPr id="306" name="Google Shape;306;p25"/>
          <p:cNvSpPr txBox="1"/>
          <p:nvPr>
            <p:ph idx="1" type="subTitle"/>
          </p:nvPr>
        </p:nvSpPr>
        <p:spPr>
          <a:xfrm>
            <a:off x="4775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7" name="Google Shape;307;p25"/>
          <p:cNvSpPr txBox="1"/>
          <p:nvPr>
            <p:ph idx="5" type="subTitle"/>
          </p:nvPr>
        </p:nvSpPr>
        <p:spPr>
          <a:xfrm>
            <a:off x="3242100"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08" name="Google Shape;308;p25"/>
          <p:cNvSpPr txBox="1"/>
          <p:nvPr>
            <p:ph idx="6" type="subTitle"/>
          </p:nvPr>
        </p:nvSpPr>
        <p:spPr>
          <a:xfrm>
            <a:off x="5998325" y="3501600"/>
            <a:ext cx="2659800" cy="318300"/>
          </a:xfrm>
          <a:prstGeom prst="rect">
            <a:avLst/>
          </a:prstGeom>
        </p:spPr>
        <p:txBody>
          <a:bodyPr anchorCtr="0" anchor="t" bIns="0" lIns="0" spcFirstLastPara="1" rIns="0" wrap="square" tIns="0">
            <a:sp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09" name="Google Shape;309;p25"/>
          <p:cNvSpPr txBox="1"/>
          <p:nvPr>
            <p:ph idx="7" type="body"/>
          </p:nvPr>
        </p:nvSpPr>
        <p:spPr>
          <a:xfrm>
            <a:off x="4775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0" name="Google Shape;310;p25"/>
          <p:cNvSpPr txBox="1"/>
          <p:nvPr>
            <p:ph idx="8" type="body"/>
          </p:nvPr>
        </p:nvSpPr>
        <p:spPr>
          <a:xfrm>
            <a:off x="3242100"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1" name="Google Shape;311;p25"/>
          <p:cNvSpPr txBox="1"/>
          <p:nvPr>
            <p:ph idx="9" type="body"/>
          </p:nvPr>
        </p:nvSpPr>
        <p:spPr>
          <a:xfrm>
            <a:off x="5998325" y="3835075"/>
            <a:ext cx="2659800" cy="68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12" name="Google Shape;312;p25"/>
          <p:cNvSpPr txBox="1"/>
          <p:nvPr>
            <p:ph idx="13" type="subTitle"/>
          </p:nvPr>
        </p:nvSpPr>
        <p:spPr>
          <a:xfrm>
            <a:off x="4775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3" name="Google Shape;313;p25"/>
          <p:cNvSpPr txBox="1"/>
          <p:nvPr>
            <p:ph idx="14" type="subTitle"/>
          </p:nvPr>
        </p:nvSpPr>
        <p:spPr>
          <a:xfrm>
            <a:off x="3242100"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4" name="Google Shape;314;p25"/>
          <p:cNvSpPr txBox="1"/>
          <p:nvPr>
            <p:ph idx="15" type="subTitle"/>
          </p:nvPr>
        </p:nvSpPr>
        <p:spPr>
          <a:xfrm>
            <a:off x="5998325" y="3257225"/>
            <a:ext cx="695400" cy="244500"/>
          </a:xfrm>
          <a:prstGeom prst="rect">
            <a:avLst/>
          </a:prstGeom>
        </p:spPr>
        <p:txBody>
          <a:bodyPr anchorCtr="0" anchor="t"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15" name="Google Shape;315;p25"/>
          <p:cNvSpPr txBox="1"/>
          <p:nvPr>
            <p:ph type="title"/>
          </p:nvPr>
        </p:nvSpPr>
        <p:spPr>
          <a:xfrm>
            <a:off x="283475" y="639721"/>
            <a:ext cx="6382500" cy="57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6" name="Google Shape;316;p25"/>
          <p:cNvSpPr txBox="1"/>
          <p:nvPr>
            <p:ph idx="16"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8">
    <p:spTree>
      <p:nvGrpSpPr>
        <p:cNvPr id="317" name="Shape 317"/>
        <p:cNvGrpSpPr/>
        <p:nvPr/>
      </p:nvGrpSpPr>
      <p:grpSpPr>
        <a:xfrm>
          <a:off x="0" y="0"/>
          <a:ext cx="0" cy="0"/>
          <a:chOff x="0" y="0"/>
          <a:chExt cx="0" cy="0"/>
        </a:xfrm>
      </p:grpSpPr>
      <p:sp>
        <p:nvSpPr>
          <p:cNvPr id="318" name="Google Shape;318;p26"/>
          <p:cNvSpPr/>
          <p:nvPr>
            <p:ph idx="2" type="pic"/>
          </p:nvPr>
        </p:nvSpPr>
        <p:spPr>
          <a:xfrm rot="-5400000">
            <a:off x="5317275" y="1321875"/>
            <a:ext cx="4991400" cy="2661900"/>
          </a:xfrm>
          <a:prstGeom prst="round1Rect">
            <a:avLst>
              <a:gd fmla="val 16607" name="adj"/>
            </a:avLst>
          </a:prstGeom>
          <a:noFill/>
          <a:ln>
            <a:noFill/>
          </a:ln>
        </p:spPr>
      </p:sp>
      <p:sp>
        <p:nvSpPr>
          <p:cNvPr id="319" name="Google Shape;319;p26"/>
          <p:cNvSpPr/>
          <p:nvPr/>
        </p:nvSpPr>
        <p:spPr>
          <a:xfrm>
            <a:off x="283475" y="1079100"/>
            <a:ext cx="6046500" cy="4064400"/>
          </a:xfrm>
          <a:prstGeom prst="round2SameRect">
            <a:avLst>
              <a:gd fmla="val 7319" name="adj1"/>
              <a:gd fmla="val 0" name="adj2"/>
            </a:avLst>
          </a:prstGeom>
          <a:solidFill>
            <a:schemeClr val="lt1"/>
          </a:solidFill>
          <a:ln>
            <a:noFill/>
          </a:ln>
          <a:effectLst>
            <a:outerShdw blurRad="114300" rotWithShape="0" algn="bl" dir="10920000" dist="5715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Light"/>
              <a:ea typeface="Manrope Light"/>
              <a:cs typeface="Manrope Light"/>
              <a:sym typeface="Manrope Light"/>
            </a:endParaRPr>
          </a:p>
        </p:txBody>
      </p:sp>
      <p:sp>
        <p:nvSpPr>
          <p:cNvPr id="320" name="Google Shape;320;p26"/>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lvl1pPr lvl="0">
              <a:spcBef>
                <a:spcPts val="0"/>
              </a:spcBef>
              <a:spcAft>
                <a:spcPts val="0"/>
              </a:spcAft>
              <a:buSzPts val="800"/>
              <a:buFont typeface="Manrope Light"/>
              <a:buNone/>
              <a:defRPr sz="800">
                <a:latin typeface="Manrope Light"/>
                <a:ea typeface="Manrope Light"/>
                <a:cs typeface="Manrope Light"/>
                <a:sym typeface="Manrope Light"/>
              </a:defRPr>
            </a:lvl1pPr>
            <a:lvl2pPr lvl="1">
              <a:spcBef>
                <a:spcPts val="0"/>
              </a:spcBef>
              <a:spcAft>
                <a:spcPts val="0"/>
              </a:spcAft>
              <a:buSzPts val="800"/>
              <a:buFont typeface="Manrope Light"/>
              <a:buNone/>
              <a:defRPr sz="800">
                <a:latin typeface="Manrope Light"/>
                <a:ea typeface="Manrope Light"/>
                <a:cs typeface="Manrope Light"/>
                <a:sym typeface="Manrope Light"/>
              </a:defRPr>
            </a:lvl2pPr>
            <a:lvl3pPr lvl="2">
              <a:spcBef>
                <a:spcPts val="0"/>
              </a:spcBef>
              <a:spcAft>
                <a:spcPts val="0"/>
              </a:spcAft>
              <a:buSzPts val="800"/>
              <a:buFont typeface="Manrope Light"/>
              <a:buNone/>
              <a:defRPr sz="800">
                <a:latin typeface="Manrope Light"/>
                <a:ea typeface="Manrope Light"/>
                <a:cs typeface="Manrope Light"/>
                <a:sym typeface="Manrope Light"/>
              </a:defRPr>
            </a:lvl3pPr>
            <a:lvl4pPr lvl="3">
              <a:spcBef>
                <a:spcPts val="0"/>
              </a:spcBef>
              <a:spcAft>
                <a:spcPts val="0"/>
              </a:spcAft>
              <a:buSzPts val="800"/>
              <a:buFont typeface="Manrope Light"/>
              <a:buNone/>
              <a:defRPr sz="800">
                <a:latin typeface="Manrope Light"/>
                <a:ea typeface="Manrope Light"/>
                <a:cs typeface="Manrope Light"/>
                <a:sym typeface="Manrope Light"/>
              </a:defRPr>
            </a:lvl4pPr>
            <a:lvl5pPr lvl="4">
              <a:spcBef>
                <a:spcPts val="0"/>
              </a:spcBef>
              <a:spcAft>
                <a:spcPts val="0"/>
              </a:spcAft>
              <a:buSzPts val="800"/>
              <a:buFont typeface="Manrope Light"/>
              <a:buNone/>
              <a:defRPr sz="800">
                <a:latin typeface="Manrope Light"/>
                <a:ea typeface="Manrope Light"/>
                <a:cs typeface="Manrope Light"/>
                <a:sym typeface="Manrope Light"/>
              </a:defRPr>
            </a:lvl5pPr>
            <a:lvl6pPr lvl="5">
              <a:spcBef>
                <a:spcPts val="0"/>
              </a:spcBef>
              <a:spcAft>
                <a:spcPts val="0"/>
              </a:spcAft>
              <a:buSzPts val="800"/>
              <a:buFont typeface="Manrope Light"/>
              <a:buNone/>
              <a:defRPr sz="800">
                <a:latin typeface="Manrope Light"/>
                <a:ea typeface="Manrope Light"/>
                <a:cs typeface="Manrope Light"/>
                <a:sym typeface="Manrope Light"/>
              </a:defRPr>
            </a:lvl6pPr>
            <a:lvl7pPr lvl="6">
              <a:spcBef>
                <a:spcPts val="0"/>
              </a:spcBef>
              <a:spcAft>
                <a:spcPts val="0"/>
              </a:spcAft>
              <a:buSzPts val="800"/>
              <a:buFont typeface="Manrope Light"/>
              <a:buNone/>
              <a:defRPr sz="800">
                <a:latin typeface="Manrope Light"/>
                <a:ea typeface="Manrope Light"/>
                <a:cs typeface="Manrope Light"/>
                <a:sym typeface="Manrope Light"/>
              </a:defRPr>
            </a:lvl7pPr>
            <a:lvl8pPr lvl="7">
              <a:spcBef>
                <a:spcPts val="0"/>
              </a:spcBef>
              <a:spcAft>
                <a:spcPts val="0"/>
              </a:spcAft>
              <a:buSzPts val="800"/>
              <a:buFont typeface="Manrope Light"/>
              <a:buNone/>
              <a:defRPr sz="800">
                <a:latin typeface="Manrope Light"/>
                <a:ea typeface="Manrope Light"/>
                <a:cs typeface="Manrope Light"/>
                <a:sym typeface="Manrope Light"/>
              </a:defRPr>
            </a:lvl8pPr>
            <a:lvl9pPr lvl="8">
              <a:spcBef>
                <a:spcPts val="0"/>
              </a:spcBef>
              <a:spcAft>
                <a:spcPts val="0"/>
              </a:spcAft>
              <a:buSzPts val="800"/>
              <a:buFont typeface="Manrope Light"/>
              <a:buNone/>
              <a:defRPr sz="800">
                <a:latin typeface="Manrope Light"/>
                <a:ea typeface="Manrope Light"/>
                <a:cs typeface="Manrope Light"/>
                <a:sym typeface="Manrope Light"/>
              </a:defRPr>
            </a:lvl9pPr>
          </a:lstStyle>
          <a:p/>
        </p:txBody>
      </p:sp>
      <p:sp>
        <p:nvSpPr>
          <p:cNvPr id="321" name="Google Shape;321;p26"/>
          <p:cNvSpPr txBox="1"/>
          <p:nvPr>
            <p:ph type="title"/>
          </p:nvPr>
        </p:nvSpPr>
        <p:spPr>
          <a:xfrm>
            <a:off x="633325" y="1788450"/>
            <a:ext cx="5273700" cy="572100"/>
          </a:xfrm>
          <a:prstGeom prst="rect">
            <a:avLst/>
          </a:prstGeom>
        </p:spPr>
        <p:txBody>
          <a:bodyPr anchorCtr="0" anchor="b" bIns="0"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22" name="Google Shape;322;p26"/>
          <p:cNvSpPr txBox="1"/>
          <p:nvPr>
            <p:ph idx="3" type="subTitle"/>
          </p:nvPr>
        </p:nvSpPr>
        <p:spPr>
          <a:xfrm>
            <a:off x="633325" y="2518300"/>
            <a:ext cx="2834400" cy="6945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26"/>
          <p:cNvSpPr/>
          <p:nvPr>
            <p:ph idx="4" type="pic"/>
          </p:nvPr>
        </p:nvSpPr>
        <p:spPr>
          <a:xfrm>
            <a:off x="633325" y="3490875"/>
            <a:ext cx="1276200" cy="965100"/>
          </a:xfrm>
          <a:prstGeom prst="round1Rect">
            <a:avLst>
              <a:gd fmla="val 16667" name="adj"/>
            </a:avLst>
          </a:prstGeom>
          <a:noFill/>
          <a:ln>
            <a:noFill/>
          </a:ln>
        </p:spPr>
      </p:sp>
      <p:sp>
        <p:nvSpPr>
          <p:cNvPr id="324" name="Google Shape;324;p26"/>
          <p:cNvSpPr txBox="1"/>
          <p:nvPr>
            <p:ph idx="5" type="subTitle"/>
          </p:nvPr>
        </p:nvSpPr>
        <p:spPr>
          <a:xfrm>
            <a:off x="2063100" y="3621025"/>
            <a:ext cx="2600400" cy="336000"/>
          </a:xfrm>
          <a:prstGeom prst="rect">
            <a:avLst/>
          </a:prstGeom>
        </p:spPr>
        <p:txBody>
          <a:bodyPr anchorCtr="0" anchor="b" bIns="0" lIns="0" spcFirstLastPara="1" rIns="0" wrap="square" tIns="0">
            <a:noAutofit/>
          </a:bodyPr>
          <a:lstStyle>
            <a:lvl1pPr lvl="0">
              <a:spcBef>
                <a:spcPts val="0"/>
              </a:spcBef>
              <a:spcAft>
                <a:spcPts val="0"/>
              </a:spcAft>
              <a:buSzPts val="1200"/>
              <a:buFont typeface="Manrope"/>
              <a:buNone/>
              <a:defRPr sz="1200">
                <a:latin typeface="Manrope"/>
                <a:ea typeface="Manrope"/>
                <a:cs typeface="Manrope"/>
                <a:sym typeface="Manrope"/>
              </a:defRPr>
            </a:lvl1pPr>
            <a:lvl2pPr lvl="1">
              <a:spcBef>
                <a:spcPts val="0"/>
              </a:spcBef>
              <a:spcAft>
                <a:spcPts val="0"/>
              </a:spcAft>
              <a:buSzPts val="1200"/>
              <a:buFont typeface="Manrope"/>
              <a:buNone/>
              <a:defRPr sz="1200">
                <a:latin typeface="Manrope"/>
                <a:ea typeface="Manrope"/>
                <a:cs typeface="Manrope"/>
                <a:sym typeface="Manrope"/>
              </a:defRPr>
            </a:lvl2pPr>
            <a:lvl3pPr lvl="2">
              <a:spcBef>
                <a:spcPts val="0"/>
              </a:spcBef>
              <a:spcAft>
                <a:spcPts val="0"/>
              </a:spcAft>
              <a:buSzPts val="1200"/>
              <a:buFont typeface="Manrope"/>
              <a:buNone/>
              <a:defRPr sz="1200">
                <a:latin typeface="Manrope"/>
                <a:ea typeface="Manrope"/>
                <a:cs typeface="Manrope"/>
                <a:sym typeface="Manrope"/>
              </a:defRPr>
            </a:lvl3pPr>
            <a:lvl4pPr lvl="3">
              <a:spcBef>
                <a:spcPts val="0"/>
              </a:spcBef>
              <a:spcAft>
                <a:spcPts val="0"/>
              </a:spcAft>
              <a:buSzPts val="1200"/>
              <a:buFont typeface="Manrope"/>
              <a:buNone/>
              <a:defRPr sz="1200">
                <a:latin typeface="Manrope"/>
                <a:ea typeface="Manrope"/>
                <a:cs typeface="Manrope"/>
                <a:sym typeface="Manrope"/>
              </a:defRPr>
            </a:lvl4pPr>
            <a:lvl5pPr lvl="4">
              <a:spcBef>
                <a:spcPts val="0"/>
              </a:spcBef>
              <a:spcAft>
                <a:spcPts val="0"/>
              </a:spcAft>
              <a:buSzPts val="1200"/>
              <a:buFont typeface="Manrope"/>
              <a:buNone/>
              <a:defRPr sz="1200">
                <a:latin typeface="Manrope"/>
                <a:ea typeface="Manrope"/>
                <a:cs typeface="Manrope"/>
                <a:sym typeface="Manrope"/>
              </a:defRPr>
            </a:lvl5pPr>
            <a:lvl6pPr lvl="5">
              <a:spcBef>
                <a:spcPts val="0"/>
              </a:spcBef>
              <a:spcAft>
                <a:spcPts val="0"/>
              </a:spcAft>
              <a:buSzPts val="1200"/>
              <a:buFont typeface="Manrope"/>
              <a:buNone/>
              <a:defRPr sz="1200">
                <a:latin typeface="Manrope"/>
                <a:ea typeface="Manrope"/>
                <a:cs typeface="Manrope"/>
                <a:sym typeface="Manrope"/>
              </a:defRPr>
            </a:lvl6pPr>
            <a:lvl7pPr lvl="6">
              <a:spcBef>
                <a:spcPts val="0"/>
              </a:spcBef>
              <a:spcAft>
                <a:spcPts val="0"/>
              </a:spcAft>
              <a:buSzPts val="1200"/>
              <a:buFont typeface="Manrope"/>
              <a:buNone/>
              <a:defRPr sz="1200">
                <a:latin typeface="Manrope"/>
                <a:ea typeface="Manrope"/>
                <a:cs typeface="Manrope"/>
                <a:sym typeface="Manrope"/>
              </a:defRPr>
            </a:lvl7pPr>
            <a:lvl8pPr lvl="7">
              <a:spcBef>
                <a:spcPts val="0"/>
              </a:spcBef>
              <a:spcAft>
                <a:spcPts val="0"/>
              </a:spcAft>
              <a:buSzPts val="1200"/>
              <a:buFont typeface="Manrope"/>
              <a:buNone/>
              <a:defRPr sz="1200">
                <a:latin typeface="Manrope"/>
                <a:ea typeface="Manrope"/>
                <a:cs typeface="Manrope"/>
                <a:sym typeface="Manrope"/>
              </a:defRPr>
            </a:lvl8pPr>
            <a:lvl9pPr lvl="8">
              <a:spcBef>
                <a:spcPts val="0"/>
              </a:spcBef>
              <a:spcAft>
                <a:spcPts val="0"/>
              </a:spcAft>
              <a:buSzPts val="1200"/>
              <a:buFont typeface="Manrope"/>
              <a:buNone/>
              <a:defRPr sz="1200">
                <a:latin typeface="Manrope"/>
                <a:ea typeface="Manrope"/>
                <a:cs typeface="Manrope"/>
                <a:sym typeface="Manrope"/>
              </a:defRPr>
            </a:lvl9pPr>
          </a:lstStyle>
          <a:p/>
        </p:txBody>
      </p:sp>
      <p:sp>
        <p:nvSpPr>
          <p:cNvPr id="325" name="Google Shape;325;p26"/>
          <p:cNvSpPr txBox="1"/>
          <p:nvPr>
            <p:ph idx="6" type="subTitle"/>
          </p:nvPr>
        </p:nvSpPr>
        <p:spPr>
          <a:xfrm>
            <a:off x="2063100" y="3977384"/>
            <a:ext cx="2600400" cy="3360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3"/>
              </a:buClr>
              <a:buSzPts val="1200"/>
              <a:buNone/>
              <a:defRPr b="1" sz="1200">
                <a:solidFill>
                  <a:schemeClr val="accent3"/>
                </a:solidFill>
              </a:defRPr>
            </a:lvl1pPr>
            <a:lvl2pPr lvl="1">
              <a:spcBef>
                <a:spcPts val="0"/>
              </a:spcBef>
              <a:spcAft>
                <a:spcPts val="0"/>
              </a:spcAft>
              <a:buClr>
                <a:schemeClr val="accent3"/>
              </a:buClr>
              <a:buSzPts val="1200"/>
              <a:buNone/>
              <a:defRPr sz="1200">
                <a:solidFill>
                  <a:schemeClr val="accent3"/>
                </a:solidFill>
              </a:defRPr>
            </a:lvl2pPr>
            <a:lvl3pPr lvl="2">
              <a:spcBef>
                <a:spcPts val="0"/>
              </a:spcBef>
              <a:spcAft>
                <a:spcPts val="0"/>
              </a:spcAft>
              <a:buClr>
                <a:schemeClr val="accent3"/>
              </a:buClr>
              <a:buSzPts val="1200"/>
              <a:buNone/>
              <a:defRPr sz="1200">
                <a:solidFill>
                  <a:schemeClr val="accent3"/>
                </a:solidFill>
              </a:defRPr>
            </a:lvl3pPr>
            <a:lvl4pPr lvl="3">
              <a:spcBef>
                <a:spcPts val="0"/>
              </a:spcBef>
              <a:spcAft>
                <a:spcPts val="0"/>
              </a:spcAft>
              <a:buClr>
                <a:schemeClr val="accent3"/>
              </a:buClr>
              <a:buSzPts val="1200"/>
              <a:buNone/>
              <a:defRPr sz="1200">
                <a:solidFill>
                  <a:schemeClr val="accent3"/>
                </a:solidFill>
              </a:defRPr>
            </a:lvl4pPr>
            <a:lvl5pPr lvl="4">
              <a:spcBef>
                <a:spcPts val="0"/>
              </a:spcBef>
              <a:spcAft>
                <a:spcPts val="0"/>
              </a:spcAft>
              <a:buClr>
                <a:schemeClr val="accent3"/>
              </a:buClr>
              <a:buSzPts val="1200"/>
              <a:buNone/>
              <a:defRPr sz="1200">
                <a:solidFill>
                  <a:schemeClr val="accent3"/>
                </a:solidFill>
              </a:defRPr>
            </a:lvl5pPr>
            <a:lvl6pPr lvl="5">
              <a:spcBef>
                <a:spcPts val="0"/>
              </a:spcBef>
              <a:spcAft>
                <a:spcPts val="0"/>
              </a:spcAft>
              <a:buClr>
                <a:schemeClr val="accent3"/>
              </a:buClr>
              <a:buSzPts val="1200"/>
              <a:buNone/>
              <a:defRPr sz="1200">
                <a:solidFill>
                  <a:schemeClr val="accent3"/>
                </a:solidFill>
              </a:defRPr>
            </a:lvl6pPr>
            <a:lvl7pPr lvl="6">
              <a:spcBef>
                <a:spcPts val="0"/>
              </a:spcBef>
              <a:spcAft>
                <a:spcPts val="0"/>
              </a:spcAft>
              <a:buClr>
                <a:schemeClr val="accent3"/>
              </a:buClr>
              <a:buSzPts val="1200"/>
              <a:buNone/>
              <a:defRPr sz="1200">
                <a:solidFill>
                  <a:schemeClr val="accent3"/>
                </a:solidFill>
              </a:defRPr>
            </a:lvl7pPr>
            <a:lvl8pPr lvl="7">
              <a:spcBef>
                <a:spcPts val="0"/>
              </a:spcBef>
              <a:spcAft>
                <a:spcPts val="0"/>
              </a:spcAft>
              <a:buClr>
                <a:schemeClr val="accent3"/>
              </a:buClr>
              <a:buSzPts val="1200"/>
              <a:buNone/>
              <a:defRPr sz="1200">
                <a:solidFill>
                  <a:schemeClr val="accent3"/>
                </a:solidFill>
              </a:defRPr>
            </a:lvl8pPr>
            <a:lvl9pPr lvl="8">
              <a:spcBef>
                <a:spcPts val="0"/>
              </a:spcBef>
              <a:spcAft>
                <a:spcPts val="0"/>
              </a:spcAft>
              <a:buClr>
                <a:schemeClr val="accent3"/>
              </a:buClr>
              <a:buSzPts val="1200"/>
              <a:buNone/>
              <a:defRPr sz="1200">
                <a:solidFill>
                  <a:schemeClr val="accent3"/>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9">
    <p:spTree>
      <p:nvGrpSpPr>
        <p:cNvPr id="326" name="Shape 326"/>
        <p:cNvGrpSpPr/>
        <p:nvPr/>
      </p:nvGrpSpPr>
      <p:grpSpPr>
        <a:xfrm>
          <a:off x="0" y="0"/>
          <a:ext cx="0" cy="0"/>
          <a:chOff x="0" y="0"/>
          <a:chExt cx="0" cy="0"/>
        </a:xfrm>
      </p:grpSpPr>
      <p:sp>
        <p:nvSpPr>
          <p:cNvPr id="327" name="Google Shape;327;p27"/>
          <p:cNvSpPr txBox="1"/>
          <p:nvPr>
            <p:ph type="title"/>
          </p:nvPr>
        </p:nvSpPr>
        <p:spPr>
          <a:xfrm>
            <a:off x="714025" y="1764325"/>
            <a:ext cx="7715700" cy="1248300"/>
          </a:xfrm>
          <a:prstGeom prst="rect">
            <a:avLst/>
          </a:prstGeom>
        </p:spPr>
        <p:txBody>
          <a:bodyPr anchorCtr="0" anchor="b" bIns="0" lIns="0" spcFirstLastPara="1" rIns="0" wrap="square" tIns="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8" name="Shape 328"/>
        <p:cNvGrpSpPr/>
        <p:nvPr/>
      </p:nvGrpSpPr>
      <p:grpSpPr>
        <a:xfrm>
          <a:off x="0" y="0"/>
          <a:ext cx="0" cy="0"/>
          <a:chOff x="0" y="0"/>
          <a:chExt cx="0" cy="0"/>
        </a:xfrm>
      </p:grpSpPr>
      <p:sp>
        <p:nvSpPr>
          <p:cNvPr id="329" name="Google Shape;329;p2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0" name="Google Shape;330;p28"/>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1" name="Shape 331"/>
        <p:cNvGrpSpPr/>
        <p:nvPr/>
      </p:nvGrpSpPr>
      <p:grpSpPr>
        <a:xfrm>
          <a:off x="0" y="0"/>
          <a:ext cx="0" cy="0"/>
          <a:chOff x="0" y="0"/>
          <a:chExt cx="0" cy="0"/>
        </a:xfrm>
      </p:grpSpPr>
      <p:sp>
        <p:nvSpPr>
          <p:cNvPr id="332" name="Google Shape;332;p2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3" name="Shape 333"/>
        <p:cNvGrpSpPr/>
        <p:nvPr/>
      </p:nvGrpSpPr>
      <p:grpSpPr>
        <a:xfrm>
          <a:off x="0" y="0"/>
          <a:ext cx="0" cy="0"/>
          <a:chOff x="0" y="0"/>
          <a:chExt cx="0" cy="0"/>
        </a:xfrm>
      </p:grpSpPr>
      <p:sp>
        <p:nvSpPr>
          <p:cNvPr id="334" name="Google Shape;334;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5" name="Google Shape;335;p30"/>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6" name="Shape 336"/>
        <p:cNvGrpSpPr/>
        <p:nvPr/>
      </p:nvGrpSpPr>
      <p:grpSpPr>
        <a:xfrm>
          <a:off x="0" y="0"/>
          <a:ext cx="0" cy="0"/>
          <a:chOff x="0" y="0"/>
          <a:chExt cx="0" cy="0"/>
        </a:xfrm>
      </p:grpSpPr>
      <p:sp>
        <p:nvSpPr>
          <p:cNvPr id="337" name="Google Shape;337;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 name="Google Shape;338;p31"/>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9" name="Google Shape;339;p31"/>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0" name="Shape 340"/>
        <p:cNvGrpSpPr/>
        <p:nvPr/>
      </p:nvGrpSpPr>
      <p:grpSpPr>
        <a:xfrm>
          <a:off x="0" y="0"/>
          <a:ext cx="0" cy="0"/>
          <a:chOff x="0" y="0"/>
          <a:chExt cx="0" cy="0"/>
        </a:xfrm>
      </p:grpSpPr>
      <p:sp>
        <p:nvSpPr>
          <p:cNvPr id="341" name="Google Shape;341;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4" name="Google Shape;344;p33"/>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5" name="Shape 345"/>
        <p:cNvGrpSpPr/>
        <p:nvPr/>
      </p:nvGrpSpPr>
      <p:grpSpPr>
        <a:xfrm>
          <a:off x="0" y="0"/>
          <a:ext cx="0" cy="0"/>
          <a:chOff x="0" y="0"/>
          <a:chExt cx="0" cy="0"/>
        </a:xfrm>
      </p:grpSpPr>
      <p:sp>
        <p:nvSpPr>
          <p:cNvPr id="346" name="Google Shape;346;p3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7" name="Shape 347"/>
        <p:cNvGrpSpPr/>
        <p:nvPr/>
      </p:nvGrpSpPr>
      <p:grpSpPr>
        <a:xfrm>
          <a:off x="0" y="0"/>
          <a:ext cx="0" cy="0"/>
          <a:chOff x="0" y="0"/>
          <a:chExt cx="0" cy="0"/>
        </a:xfrm>
      </p:grpSpPr>
      <p:sp>
        <p:nvSpPr>
          <p:cNvPr id="348" name="Google Shape;348;p3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9" name="Google Shape;349;p35"/>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0" name="Google Shape;350;p35"/>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1" name="Shape 351"/>
        <p:cNvGrpSpPr/>
        <p:nvPr/>
      </p:nvGrpSpPr>
      <p:grpSpPr>
        <a:xfrm>
          <a:off x="0" y="0"/>
          <a:ext cx="0" cy="0"/>
          <a:chOff x="0" y="0"/>
          <a:chExt cx="0" cy="0"/>
        </a:xfrm>
      </p:grpSpPr>
      <p:sp>
        <p:nvSpPr>
          <p:cNvPr id="352" name="Google Shape;352;p36"/>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3" name="Shape 353"/>
        <p:cNvGrpSpPr/>
        <p:nvPr/>
      </p:nvGrpSpPr>
      <p:grpSpPr>
        <a:xfrm>
          <a:off x="0" y="0"/>
          <a:ext cx="0" cy="0"/>
          <a:chOff x="0" y="0"/>
          <a:chExt cx="0" cy="0"/>
        </a:xfrm>
      </p:grpSpPr>
      <p:sp>
        <p:nvSpPr>
          <p:cNvPr id="354" name="Google Shape;354;p3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5" name="Google Shape;355;p37"/>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6" name="Shape 35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7" name="Shape 357"/>
        <p:cNvGrpSpPr/>
        <p:nvPr/>
      </p:nvGrpSpPr>
      <p:grpSpPr>
        <a:xfrm>
          <a:off x="0" y="0"/>
          <a:ext cx="0" cy="0"/>
          <a:chOff x="0" y="0"/>
          <a:chExt cx="0" cy="0"/>
        </a:xfrm>
      </p:grpSpPr>
      <p:sp>
        <p:nvSpPr>
          <p:cNvPr id="358" name="Google Shape;358;p3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39"/>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0" name="Google Shape;360;p39"/>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1" name="Google Shape;361;p39"/>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2" name="Google Shape;362;p39"/>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3" name="Google Shape;363;p39"/>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64" name="Google Shape;364;p39"/>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5" name="Shape 365"/>
        <p:cNvGrpSpPr/>
        <p:nvPr/>
      </p:nvGrpSpPr>
      <p:grpSpPr>
        <a:xfrm>
          <a:off x="0" y="0"/>
          <a:ext cx="0" cy="0"/>
          <a:chOff x="0" y="0"/>
          <a:chExt cx="0" cy="0"/>
        </a:xfrm>
      </p:grpSpPr>
      <p:sp>
        <p:nvSpPr>
          <p:cNvPr id="366" name="Google Shape;366;p4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40"/>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8" name="Google Shape;368;p4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9" name="Shape 369"/>
        <p:cNvGrpSpPr/>
        <p:nvPr/>
      </p:nvGrpSpPr>
      <p:grpSpPr>
        <a:xfrm>
          <a:off x="0" y="0"/>
          <a:ext cx="0" cy="0"/>
          <a:chOff x="0" y="0"/>
          <a:chExt cx="0" cy="0"/>
        </a:xfrm>
      </p:grpSpPr>
      <p:sp>
        <p:nvSpPr>
          <p:cNvPr id="370" name="Google Shape;370;p4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1" name="Google Shape;371;p41"/>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2" name="Google Shape;372;p41"/>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3" name="Google Shape;373;p41"/>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74" name="Google Shape;374;p41"/>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5" name="Shape 375"/>
        <p:cNvGrpSpPr/>
        <p:nvPr/>
      </p:nvGrpSpPr>
      <p:grpSpPr>
        <a:xfrm>
          <a:off x="0" y="0"/>
          <a:ext cx="0" cy="0"/>
          <a:chOff x="0" y="0"/>
          <a:chExt cx="0" cy="0"/>
        </a:xfrm>
      </p:grpSpPr>
      <p:sp>
        <p:nvSpPr>
          <p:cNvPr id="376" name="Google Shape;376;p42"/>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7" name="Google Shape;377;p42"/>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8" name="Google Shape;378;p42"/>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42"/>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42"/>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1" name="Google Shape;381;p42"/>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2" name="Google Shape;382;p42"/>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3" name="Shape 383"/>
        <p:cNvGrpSpPr/>
        <p:nvPr/>
      </p:nvGrpSpPr>
      <p:grpSpPr>
        <a:xfrm>
          <a:off x="0" y="0"/>
          <a:ext cx="0" cy="0"/>
          <a:chOff x="0" y="0"/>
          <a:chExt cx="0" cy="0"/>
        </a:xfrm>
      </p:grpSpPr>
      <p:sp>
        <p:nvSpPr>
          <p:cNvPr id="384" name="Google Shape;384;p43"/>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5" name="Google Shape;385;p43"/>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6" name="Google Shape;386;p43"/>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7" name="Google Shape;387;p43"/>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88" name="Google Shape;388;p4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9" name="Google Shape;389;p43"/>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43"/>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1" name="Google Shape;391;p43"/>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2" name="Google Shape;392;p43"/>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5" name="Google Shape;395;p4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6" name="Shape 396"/>
        <p:cNvGrpSpPr/>
        <p:nvPr/>
      </p:nvGrpSpPr>
      <p:grpSpPr>
        <a:xfrm>
          <a:off x="0" y="0"/>
          <a:ext cx="0" cy="0"/>
          <a:chOff x="0" y="0"/>
          <a:chExt cx="0" cy="0"/>
        </a:xfrm>
      </p:grpSpPr>
      <p:sp>
        <p:nvSpPr>
          <p:cNvPr id="397" name="Google Shape;397;p45"/>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8" name="Google Shape;398;p45"/>
          <p:cNvSpPr/>
          <p:nvPr>
            <p:ph idx="2" type="pic"/>
          </p:nvPr>
        </p:nvSpPr>
        <p:spPr>
          <a:xfrm>
            <a:off x="4804825" y="1133300"/>
            <a:ext cx="4027500" cy="2392800"/>
          </a:xfrm>
          <a:prstGeom prst="rect">
            <a:avLst/>
          </a:prstGeom>
          <a:noFill/>
          <a:ln>
            <a:noFill/>
          </a:ln>
        </p:spPr>
      </p:sp>
      <p:sp>
        <p:nvSpPr>
          <p:cNvPr id="399" name="Google Shape;399;p45"/>
          <p:cNvSpPr/>
          <p:nvPr>
            <p:ph idx="3" type="pic"/>
          </p:nvPr>
        </p:nvSpPr>
        <p:spPr>
          <a:xfrm>
            <a:off x="311725" y="1133300"/>
            <a:ext cx="4027500" cy="2392800"/>
          </a:xfrm>
          <a:prstGeom prst="rect">
            <a:avLst/>
          </a:prstGeom>
          <a:noFill/>
          <a:ln>
            <a:noFill/>
          </a:ln>
        </p:spPr>
      </p:sp>
      <p:sp>
        <p:nvSpPr>
          <p:cNvPr id="400" name="Google Shape;400;p45"/>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1" name="Google Shape;401;p4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2" name="Google Shape;402;p45"/>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3" name="Google Shape;403;p45"/>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4" name="Shape 404"/>
        <p:cNvGrpSpPr/>
        <p:nvPr/>
      </p:nvGrpSpPr>
      <p:grpSpPr>
        <a:xfrm>
          <a:off x="0" y="0"/>
          <a:ext cx="0" cy="0"/>
          <a:chOff x="0" y="0"/>
          <a:chExt cx="0" cy="0"/>
        </a:xfrm>
      </p:grpSpPr>
      <p:sp>
        <p:nvSpPr>
          <p:cNvPr id="405" name="Google Shape;405;p46"/>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46"/>
          <p:cNvSpPr/>
          <p:nvPr>
            <p:ph idx="2" type="pic"/>
          </p:nvPr>
        </p:nvSpPr>
        <p:spPr>
          <a:xfrm>
            <a:off x="6205225" y="1128325"/>
            <a:ext cx="2627100" cy="2273100"/>
          </a:xfrm>
          <a:prstGeom prst="rect">
            <a:avLst/>
          </a:prstGeom>
          <a:noFill/>
          <a:ln>
            <a:noFill/>
          </a:ln>
        </p:spPr>
      </p:sp>
      <p:sp>
        <p:nvSpPr>
          <p:cNvPr id="407" name="Google Shape;407;p46"/>
          <p:cNvSpPr/>
          <p:nvPr>
            <p:ph idx="3" type="pic"/>
          </p:nvPr>
        </p:nvSpPr>
        <p:spPr>
          <a:xfrm>
            <a:off x="311725" y="1128325"/>
            <a:ext cx="2627100" cy="2273100"/>
          </a:xfrm>
          <a:prstGeom prst="rect">
            <a:avLst/>
          </a:prstGeom>
          <a:noFill/>
          <a:ln>
            <a:noFill/>
          </a:ln>
        </p:spPr>
      </p:sp>
      <p:sp>
        <p:nvSpPr>
          <p:cNvPr id="408" name="Google Shape;408;p46"/>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46"/>
          <p:cNvSpPr/>
          <p:nvPr>
            <p:ph idx="5" type="pic"/>
          </p:nvPr>
        </p:nvSpPr>
        <p:spPr>
          <a:xfrm>
            <a:off x="3255250" y="1128325"/>
            <a:ext cx="2627100" cy="2273100"/>
          </a:xfrm>
          <a:prstGeom prst="rect">
            <a:avLst/>
          </a:prstGeom>
          <a:noFill/>
          <a:ln>
            <a:noFill/>
          </a:ln>
        </p:spPr>
      </p:sp>
      <p:sp>
        <p:nvSpPr>
          <p:cNvPr id="410" name="Google Shape;410;p46"/>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1" name="Google Shape;411;p4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2" name="Google Shape;412;p46"/>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3" name="Google Shape;413;p46"/>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4" name="Google Shape;414;p46"/>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5" name="Shape 415"/>
        <p:cNvGrpSpPr/>
        <p:nvPr/>
      </p:nvGrpSpPr>
      <p:grpSpPr>
        <a:xfrm>
          <a:off x="0" y="0"/>
          <a:ext cx="0" cy="0"/>
          <a:chOff x="0" y="0"/>
          <a:chExt cx="0" cy="0"/>
        </a:xfrm>
      </p:grpSpPr>
      <p:sp>
        <p:nvSpPr>
          <p:cNvPr id="416" name="Google Shape;416;p4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7" name="Shape 417"/>
        <p:cNvGrpSpPr/>
        <p:nvPr/>
      </p:nvGrpSpPr>
      <p:grpSpPr>
        <a:xfrm>
          <a:off x="0" y="0"/>
          <a:ext cx="0" cy="0"/>
          <a:chOff x="0" y="0"/>
          <a:chExt cx="0" cy="0"/>
        </a:xfrm>
      </p:grpSpPr>
      <p:sp>
        <p:nvSpPr>
          <p:cNvPr id="418" name="Google Shape;418;p48"/>
          <p:cNvSpPr/>
          <p:nvPr>
            <p:ph idx="2" type="pic"/>
          </p:nvPr>
        </p:nvSpPr>
        <p:spPr>
          <a:xfrm>
            <a:off x="3389600" y="118913"/>
            <a:ext cx="1643700" cy="1535100"/>
          </a:xfrm>
          <a:prstGeom prst="rect">
            <a:avLst/>
          </a:prstGeom>
          <a:noFill/>
          <a:ln>
            <a:noFill/>
          </a:ln>
        </p:spPr>
      </p:sp>
      <p:sp>
        <p:nvSpPr>
          <p:cNvPr id="419" name="Google Shape;419;p48"/>
          <p:cNvSpPr/>
          <p:nvPr>
            <p:ph idx="3" type="pic"/>
          </p:nvPr>
        </p:nvSpPr>
        <p:spPr>
          <a:xfrm>
            <a:off x="5195935" y="118913"/>
            <a:ext cx="1643700" cy="1535100"/>
          </a:xfrm>
          <a:prstGeom prst="rect">
            <a:avLst/>
          </a:prstGeom>
          <a:noFill/>
          <a:ln>
            <a:noFill/>
          </a:ln>
        </p:spPr>
      </p:sp>
      <p:sp>
        <p:nvSpPr>
          <p:cNvPr id="420" name="Google Shape;420;p48"/>
          <p:cNvSpPr/>
          <p:nvPr>
            <p:ph idx="4" type="pic"/>
          </p:nvPr>
        </p:nvSpPr>
        <p:spPr>
          <a:xfrm>
            <a:off x="7002270" y="118913"/>
            <a:ext cx="1643700" cy="1535100"/>
          </a:xfrm>
          <a:prstGeom prst="rect">
            <a:avLst/>
          </a:prstGeom>
          <a:noFill/>
          <a:ln>
            <a:noFill/>
          </a:ln>
        </p:spPr>
      </p:sp>
      <p:sp>
        <p:nvSpPr>
          <p:cNvPr id="421" name="Google Shape;421;p48"/>
          <p:cNvSpPr/>
          <p:nvPr>
            <p:ph idx="5" type="pic"/>
          </p:nvPr>
        </p:nvSpPr>
        <p:spPr>
          <a:xfrm>
            <a:off x="3389588" y="1804212"/>
            <a:ext cx="1643700" cy="1535100"/>
          </a:xfrm>
          <a:prstGeom prst="rect">
            <a:avLst/>
          </a:prstGeom>
          <a:noFill/>
          <a:ln>
            <a:noFill/>
          </a:ln>
        </p:spPr>
      </p:sp>
      <p:sp>
        <p:nvSpPr>
          <p:cNvPr id="422" name="Google Shape;422;p48"/>
          <p:cNvSpPr/>
          <p:nvPr>
            <p:ph idx="6" type="pic"/>
          </p:nvPr>
        </p:nvSpPr>
        <p:spPr>
          <a:xfrm>
            <a:off x="5195922" y="1804212"/>
            <a:ext cx="1643700" cy="1535100"/>
          </a:xfrm>
          <a:prstGeom prst="rect">
            <a:avLst/>
          </a:prstGeom>
          <a:noFill/>
          <a:ln>
            <a:noFill/>
          </a:ln>
        </p:spPr>
      </p:sp>
      <p:sp>
        <p:nvSpPr>
          <p:cNvPr id="423" name="Google Shape;423;p48"/>
          <p:cNvSpPr/>
          <p:nvPr>
            <p:ph idx="7" type="pic"/>
          </p:nvPr>
        </p:nvSpPr>
        <p:spPr>
          <a:xfrm>
            <a:off x="7002257" y="1804212"/>
            <a:ext cx="1643700" cy="1535100"/>
          </a:xfrm>
          <a:prstGeom prst="rect">
            <a:avLst/>
          </a:prstGeom>
          <a:noFill/>
          <a:ln>
            <a:noFill/>
          </a:ln>
        </p:spPr>
      </p:sp>
      <p:sp>
        <p:nvSpPr>
          <p:cNvPr id="424" name="Google Shape;424;p48"/>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 name="Google Shape;425;p48"/>
          <p:cNvSpPr/>
          <p:nvPr>
            <p:ph idx="8" type="pic"/>
          </p:nvPr>
        </p:nvSpPr>
        <p:spPr>
          <a:xfrm>
            <a:off x="3389588" y="3489487"/>
            <a:ext cx="1643700" cy="1535100"/>
          </a:xfrm>
          <a:prstGeom prst="rect">
            <a:avLst/>
          </a:prstGeom>
          <a:noFill/>
          <a:ln>
            <a:noFill/>
          </a:ln>
        </p:spPr>
      </p:sp>
      <p:sp>
        <p:nvSpPr>
          <p:cNvPr id="426" name="Google Shape;426;p48"/>
          <p:cNvSpPr/>
          <p:nvPr>
            <p:ph idx="9" type="pic"/>
          </p:nvPr>
        </p:nvSpPr>
        <p:spPr>
          <a:xfrm>
            <a:off x="5195922" y="3489487"/>
            <a:ext cx="1643700" cy="1535100"/>
          </a:xfrm>
          <a:prstGeom prst="rect">
            <a:avLst/>
          </a:prstGeom>
          <a:noFill/>
          <a:ln>
            <a:noFill/>
          </a:ln>
        </p:spPr>
      </p:sp>
      <p:sp>
        <p:nvSpPr>
          <p:cNvPr id="427" name="Google Shape;427;p4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1.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11825" y="4696689"/>
            <a:ext cx="548700" cy="183000"/>
          </a:xfrm>
          <a:prstGeom prst="rect">
            <a:avLst/>
          </a:prstGeom>
          <a:noFill/>
          <a:ln>
            <a:noFill/>
          </a:ln>
        </p:spPr>
        <p:txBody>
          <a:bodyPr anchorCtr="0" anchor="b" bIns="0" lIns="91425" spcFirstLastPara="1" rIns="0" wrap="square" tIns="0">
            <a:normAutofit/>
          </a:bodyPr>
          <a:lstStyle>
            <a:lvl1pPr lvl="0" algn="r">
              <a:buNone/>
              <a:defRPr sz="800">
                <a:solidFill>
                  <a:schemeClr val="dk1"/>
                </a:solidFill>
                <a:latin typeface="Manrope"/>
                <a:ea typeface="Manrope"/>
                <a:cs typeface="Manrope"/>
                <a:sym typeface="Manrope"/>
              </a:defRPr>
            </a:lvl1pPr>
            <a:lvl2pPr lvl="1" algn="r">
              <a:buNone/>
              <a:defRPr sz="800">
                <a:solidFill>
                  <a:schemeClr val="dk1"/>
                </a:solidFill>
                <a:latin typeface="Manrope"/>
                <a:ea typeface="Manrope"/>
                <a:cs typeface="Manrope"/>
                <a:sym typeface="Manrope"/>
              </a:defRPr>
            </a:lvl2pPr>
            <a:lvl3pPr lvl="2" algn="r">
              <a:buNone/>
              <a:defRPr sz="800">
                <a:solidFill>
                  <a:schemeClr val="dk1"/>
                </a:solidFill>
                <a:latin typeface="Manrope"/>
                <a:ea typeface="Manrope"/>
                <a:cs typeface="Manrope"/>
                <a:sym typeface="Manrope"/>
              </a:defRPr>
            </a:lvl3pPr>
            <a:lvl4pPr lvl="3" algn="r">
              <a:buNone/>
              <a:defRPr sz="800">
                <a:solidFill>
                  <a:schemeClr val="dk1"/>
                </a:solidFill>
                <a:latin typeface="Manrope"/>
                <a:ea typeface="Manrope"/>
                <a:cs typeface="Manrope"/>
                <a:sym typeface="Manrope"/>
              </a:defRPr>
            </a:lvl4pPr>
            <a:lvl5pPr lvl="4" algn="r">
              <a:buNone/>
              <a:defRPr sz="800">
                <a:solidFill>
                  <a:schemeClr val="dk1"/>
                </a:solidFill>
                <a:latin typeface="Manrope"/>
                <a:ea typeface="Manrope"/>
                <a:cs typeface="Manrope"/>
                <a:sym typeface="Manrope"/>
              </a:defRPr>
            </a:lvl5pPr>
            <a:lvl6pPr lvl="5" algn="r">
              <a:buNone/>
              <a:defRPr sz="800">
                <a:solidFill>
                  <a:schemeClr val="dk1"/>
                </a:solidFill>
                <a:latin typeface="Manrope"/>
                <a:ea typeface="Manrope"/>
                <a:cs typeface="Manrope"/>
                <a:sym typeface="Manrope"/>
              </a:defRPr>
            </a:lvl6pPr>
            <a:lvl7pPr lvl="6" algn="r">
              <a:buNone/>
              <a:defRPr sz="800">
                <a:solidFill>
                  <a:schemeClr val="dk1"/>
                </a:solidFill>
                <a:latin typeface="Manrope"/>
                <a:ea typeface="Manrope"/>
                <a:cs typeface="Manrope"/>
                <a:sym typeface="Manrope"/>
              </a:defRPr>
            </a:lvl7pPr>
            <a:lvl8pPr lvl="7" algn="r">
              <a:buNone/>
              <a:defRPr sz="800">
                <a:solidFill>
                  <a:schemeClr val="dk1"/>
                </a:solidFill>
                <a:latin typeface="Manrope"/>
                <a:ea typeface="Manrope"/>
                <a:cs typeface="Manrope"/>
                <a:sym typeface="Manrope"/>
              </a:defRPr>
            </a:lvl8pPr>
            <a:lvl9pPr lvl="8" algn="r">
              <a:buNone/>
              <a:defRPr sz="800">
                <a:solidFill>
                  <a:schemeClr val="dk1"/>
                </a:solidFill>
                <a:latin typeface="Manrope"/>
                <a:ea typeface="Manrope"/>
                <a:cs typeface="Manrope"/>
                <a:sym typeface="Manrope"/>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284700" y="1782325"/>
            <a:ext cx="4287300" cy="29013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
        <p:nvSpPr>
          <p:cNvPr id="8" name="Google Shape;8;p1"/>
          <p:cNvSpPr txBox="1"/>
          <p:nvPr>
            <p:ph type="title"/>
          </p:nvPr>
        </p:nvSpPr>
        <p:spPr>
          <a:xfrm>
            <a:off x="283475" y="420225"/>
            <a:ext cx="7323300" cy="5721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1pPr>
            <a:lvl2pPr lvl="1">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2pPr>
            <a:lvl3pPr lvl="2">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3pPr>
            <a:lvl4pPr lvl="3">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4pPr>
            <a:lvl5pPr lvl="4">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5pPr>
            <a:lvl6pPr lvl="5">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6pPr>
            <a:lvl7pPr lvl="6">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7pPr>
            <a:lvl8pPr lvl="7">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8pPr>
            <a:lvl9pPr lvl="8">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00">
          <p15:clr>
            <a:schemeClr val="accent3"/>
          </p15:clr>
        </p15:guide>
        <p15:guide id="2" orient="horz" pos="300">
          <p15:clr>
            <a:schemeClr val="accent3"/>
          </p15:clr>
        </p15:guide>
        <p15:guide id="3" orient="horz" pos="899">
          <p15:clr>
            <a:schemeClr val="accent3"/>
          </p15:clr>
        </p15:guide>
        <p15:guide id="4" pos="1561">
          <p15:clr>
            <a:schemeClr val="accent3"/>
          </p15:clr>
        </p15:guide>
        <p15:guide id="5" pos="1619">
          <p15:clr>
            <a:schemeClr val="accent3"/>
          </p15:clr>
        </p15:guide>
        <p15:guide id="6" orient="horz" pos="962">
          <p15:clr>
            <a:schemeClr val="accent3"/>
          </p15:clr>
        </p15:guide>
        <p15:guide id="7" orient="horz" pos="1561">
          <p15:clr>
            <a:schemeClr val="accent3"/>
          </p15:clr>
        </p15:guide>
        <p15:guide id="8" orient="horz" pos="1619">
          <p15:clr>
            <a:schemeClr val="accent3"/>
          </p15:clr>
        </p15:guide>
        <p15:guide id="9" orient="horz" pos="2281">
          <p15:clr>
            <a:schemeClr val="accent3"/>
          </p15:clr>
        </p15:guide>
        <p15:guide id="10" orient="horz" pos="2339">
          <p15:clr>
            <a:schemeClr val="accent3"/>
          </p15:clr>
        </p15:guide>
        <p15:guide id="11" orient="horz" pos="2943">
          <p15:clr>
            <a:schemeClr val="accent3"/>
          </p15:clr>
        </p15:guide>
        <p15:guide id="12" pos="1981">
          <p15:clr>
            <a:schemeClr val="accent5"/>
          </p15:clr>
        </p15:guide>
        <p15:guide id="13" pos="2039">
          <p15:clr>
            <a:schemeClr val="accent5"/>
          </p15:clr>
        </p15:guide>
        <p15:guide id="14" pos="2880">
          <p15:clr>
            <a:schemeClr val="accent3"/>
          </p15:clr>
        </p15:guide>
        <p15:guide id="15" pos="2938">
          <p15:clr>
            <a:schemeClr val="accent3"/>
          </p15:clr>
        </p15:guide>
        <p15:guide id="16" pos="3721">
          <p15:clr>
            <a:schemeClr val="accent5"/>
          </p15:clr>
        </p15:guide>
        <p15:guide id="17" pos="3779">
          <p15:clr>
            <a:schemeClr val="accent5"/>
          </p15:clr>
        </p15:guide>
        <p15:guide id="18" pos="4141">
          <p15:clr>
            <a:schemeClr val="accent3"/>
          </p15:clr>
        </p15:guide>
        <p15:guide id="19" pos="4199">
          <p15:clr>
            <a:schemeClr val="accent3"/>
          </p15:clr>
        </p15:guide>
        <p15:guide id="20" pos="5460">
          <p15:clr>
            <a:schemeClr val="accent3"/>
          </p15:clr>
        </p15:guide>
        <p15:guide id="21" pos="179">
          <p15:clr>
            <a:schemeClr val="accent1"/>
          </p15:clr>
        </p15:guide>
        <p15:guide id="22" pos="5581">
          <p15:clr>
            <a:schemeClr val="accent1"/>
          </p15:clr>
        </p15:guide>
        <p15:guide id="23" orient="horz" pos="179">
          <p15:clr>
            <a:schemeClr val="accent1"/>
          </p15:clr>
        </p15:guide>
        <p15:guide id="24" orient="horz" pos="3059">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p:nvPr/>
        </p:nvSpPr>
        <p:spPr>
          <a:xfrm rot="-5400000">
            <a:off x="3765875" y="-1242675"/>
            <a:ext cx="3129300" cy="7631700"/>
          </a:xfrm>
          <a:prstGeom prst="round2SameRect">
            <a:avLst>
              <a:gd fmla="val 6150" name="adj1"/>
              <a:gd fmla="val 0" name="adj2"/>
            </a:avLst>
          </a:prstGeom>
          <a:solidFill>
            <a:schemeClr val="lt1"/>
          </a:solidFill>
          <a:ln>
            <a:noFill/>
          </a:ln>
          <a:effectLst>
            <a:outerShdw blurRad="200025" rotWithShape="0" algn="bl" dir="9000000" dist="76200">
              <a:schemeClr val="dk1">
                <a:alpha val="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a:ea typeface="Nunito"/>
              <a:cs typeface="Nunito"/>
              <a:sym typeface="Nunito"/>
            </a:endParaRPr>
          </a:p>
        </p:txBody>
      </p:sp>
      <p:sp>
        <p:nvSpPr>
          <p:cNvPr id="433" name="Google Shape;433;p49"/>
          <p:cNvSpPr txBox="1"/>
          <p:nvPr>
            <p:ph type="ctrTitle"/>
          </p:nvPr>
        </p:nvSpPr>
        <p:spPr>
          <a:xfrm>
            <a:off x="2224800" y="1499975"/>
            <a:ext cx="6014700" cy="1664100"/>
          </a:xfrm>
          <a:prstGeom prst="rect">
            <a:avLst/>
          </a:prstGeom>
        </p:spPr>
        <p:txBody>
          <a:bodyPr anchorCtr="0" anchor="ctr" bIns="0" lIns="0" spcFirstLastPara="1" rIns="0" wrap="square" tIns="0">
            <a:noAutofit/>
          </a:bodyPr>
          <a:lstStyle/>
          <a:p>
            <a:pPr indent="-228600" lvl="0" marL="457200" rtl="0" algn="ctr">
              <a:lnSpc>
                <a:spcPct val="115000"/>
              </a:lnSpc>
              <a:spcBef>
                <a:spcPts val="0"/>
              </a:spcBef>
              <a:spcAft>
                <a:spcPts val="0"/>
              </a:spcAft>
              <a:buClr>
                <a:srgbClr val="273540"/>
              </a:buClr>
              <a:buSzPts val="2000"/>
              <a:buFont typeface="Manrope"/>
              <a:buNone/>
            </a:pPr>
            <a:r>
              <a:rPr b="1" lang="en" sz="2000">
                <a:solidFill>
                  <a:srgbClr val="000000"/>
                </a:solidFill>
                <a:latin typeface="Manrope"/>
                <a:ea typeface="Manrope"/>
                <a:cs typeface="Manrope"/>
                <a:sym typeface="Manrope"/>
              </a:rPr>
              <a:t>Group Case 5</a:t>
            </a:r>
            <a:endParaRPr b="1" sz="2000">
              <a:solidFill>
                <a:srgbClr val="000000"/>
              </a:solidFill>
              <a:latin typeface="Manrope"/>
              <a:ea typeface="Manrope"/>
              <a:cs typeface="Manrope"/>
              <a:sym typeface="Manrope"/>
            </a:endParaRPr>
          </a:p>
          <a:p>
            <a:pPr indent="-228600" lvl="0" marL="457200" rtl="0" algn="ctr">
              <a:lnSpc>
                <a:spcPct val="115000"/>
              </a:lnSpc>
              <a:spcBef>
                <a:spcPts val="0"/>
              </a:spcBef>
              <a:spcAft>
                <a:spcPts val="0"/>
              </a:spcAft>
              <a:buClr>
                <a:srgbClr val="273540"/>
              </a:buClr>
              <a:buSzPts val="2000"/>
              <a:buFont typeface="Manrope"/>
              <a:buNone/>
            </a:pPr>
            <a:r>
              <a:rPr lang="en" sz="2000">
                <a:solidFill>
                  <a:srgbClr val="000000"/>
                </a:solidFill>
                <a:latin typeface="Manrope"/>
                <a:ea typeface="Manrope"/>
                <a:cs typeface="Manrope"/>
                <a:sym typeface="Manrope"/>
              </a:rPr>
              <a:t>PORSCHE DRIVE (B): Pricing Analytics</a:t>
            </a:r>
            <a:endParaRPr sz="2000">
              <a:latin typeface="Manrope"/>
              <a:ea typeface="Manrope"/>
              <a:cs typeface="Manrope"/>
              <a:sym typeface="Manrope"/>
            </a:endParaRPr>
          </a:p>
        </p:txBody>
      </p:sp>
      <p:sp>
        <p:nvSpPr>
          <p:cNvPr id="434" name="Google Shape;434;p49"/>
          <p:cNvSpPr txBox="1"/>
          <p:nvPr>
            <p:ph idx="4294967295" type="subTitle"/>
          </p:nvPr>
        </p:nvSpPr>
        <p:spPr>
          <a:xfrm>
            <a:off x="2612225" y="3190100"/>
            <a:ext cx="5436600" cy="765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latin typeface="Manrope"/>
                <a:ea typeface="Manrope"/>
                <a:cs typeface="Manrope"/>
                <a:sym typeface="Manrope"/>
              </a:rPr>
              <a:t>Team 3: Heven Abraha, Nia Bishop, Haotian Du, Rutendo Nyoka, Julia See</a:t>
            </a:r>
            <a:endParaRPr sz="1500">
              <a:latin typeface="Manrope"/>
              <a:ea typeface="Manrope"/>
              <a:cs typeface="Manrope"/>
              <a:sym typeface="Manrope"/>
            </a:endParaRPr>
          </a:p>
        </p:txBody>
      </p:sp>
      <p:sp>
        <p:nvSpPr>
          <p:cNvPr id="435" name="Google Shape;435;p49"/>
          <p:cNvSpPr txBox="1"/>
          <p:nvPr>
            <p:ph idx="1" type="subTitle"/>
          </p:nvPr>
        </p:nvSpPr>
        <p:spPr>
          <a:xfrm>
            <a:off x="283475" y="283475"/>
            <a:ext cx="1231200" cy="296100"/>
          </a:xfrm>
          <a:prstGeom prst="rect">
            <a:avLst/>
          </a:prstGeom>
        </p:spPr>
        <p:txBody>
          <a:bodyPr anchorCtr="0" anchor="t" bIns="0" lIns="0" spcFirstLastPara="1" rIns="0" wrap="square" tIns="0">
            <a:noAutofit/>
          </a:bodyPr>
          <a:lstStyle/>
          <a:p>
            <a:pPr indent="0" lvl="0" marL="0" rtl="0" algn="l">
              <a:spcBef>
                <a:spcPts val="0"/>
              </a:spcBef>
              <a:spcAft>
                <a:spcPts val="0"/>
              </a:spcAft>
              <a:buSzPts val="688"/>
              <a:buNone/>
            </a:pPr>
            <a:r>
              <a:rPr lang="en"/>
              <a:t>BUMK 773</a:t>
            </a:r>
            <a:endParaRPr/>
          </a:p>
        </p:txBody>
      </p:sp>
      <p:pic>
        <p:nvPicPr>
          <p:cNvPr descr="Marble texture (Provided by Getty Images)" id="436" name="Google Shape;436;p49"/>
          <p:cNvPicPr preferRelativeResize="0"/>
          <p:nvPr/>
        </p:nvPicPr>
        <p:blipFill rotWithShape="1">
          <a:blip r:embed="rId3">
            <a:alphaModFix/>
          </a:blip>
          <a:srcRect b="8354" l="51184" r="0" t="70762"/>
          <a:stretch/>
        </p:blipFill>
        <p:spPr>
          <a:xfrm>
            <a:off x="0" y="4172200"/>
            <a:ext cx="1464300" cy="971400"/>
          </a:xfrm>
          <a:prstGeom prst="round1Rect">
            <a:avLst>
              <a:gd fmla="val 16667" name="adj"/>
            </a:avLst>
          </a:prstGeom>
          <a:noFill/>
          <a:ln>
            <a:noFill/>
          </a:ln>
        </p:spPr>
      </p:pic>
      <p:pic>
        <p:nvPicPr>
          <p:cNvPr descr="Marble texture (Provided by Getty Images)" id="437" name="Google Shape;437;p49"/>
          <p:cNvPicPr preferRelativeResize="0"/>
          <p:nvPr/>
        </p:nvPicPr>
        <p:blipFill rotWithShape="1">
          <a:blip r:embed="rId3">
            <a:alphaModFix/>
          </a:blip>
          <a:srcRect b="8358" l="0" r="0" t="70763"/>
          <a:stretch/>
        </p:blipFill>
        <p:spPr>
          <a:xfrm rot="10800000">
            <a:off x="1514675" y="-100"/>
            <a:ext cx="3100200" cy="971400"/>
          </a:xfrm>
          <a:prstGeom prst="round2SameRect">
            <a:avLst>
              <a:gd fmla="val 16667" name="adj1"/>
              <a:gd fmla="val 0" name="adj2"/>
            </a:avLst>
          </a:prstGeom>
          <a:noFill/>
          <a:ln>
            <a:noFill/>
          </a:ln>
        </p:spPr>
      </p:pic>
      <p:pic>
        <p:nvPicPr>
          <p:cNvPr descr="Smooth stone texture (Provided by Getty Images)" id="438" name="Google Shape;438;p49"/>
          <p:cNvPicPr preferRelativeResize="0"/>
          <p:nvPr/>
        </p:nvPicPr>
        <p:blipFill rotWithShape="1">
          <a:blip r:embed="rId4">
            <a:alphaModFix/>
          </a:blip>
          <a:srcRect b="77982" l="86246" r="14" t="347"/>
          <a:stretch/>
        </p:blipFill>
        <p:spPr>
          <a:xfrm flipH="1">
            <a:off x="8212800" y="4183200"/>
            <a:ext cx="931200" cy="960300"/>
          </a:xfrm>
          <a:prstGeom prst="round1Rect">
            <a:avLst>
              <a:gd fmla="val 22027" name="adj"/>
            </a:avLst>
          </a:prstGeom>
          <a:noFill/>
          <a:ln>
            <a:noFill/>
          </a:ln>
          <a:effectLst>
            <a:outerShdw blurRad="171450" rotWithShape="0" algn="bl" dir="11520000" dist="57150">
              <a:schemeClr val="dk1">
                <a:alpha val="17650"/>
              </a:schemeClr>
            </a:outerShdw>
          </a:effectLst>
        </p:spPr>
      </p:pic>
      <p:pic>
        <p:nvPicPr>
          <p:cNvPr descr="Smooth stone texture (Provided by Getty Images)" id="439" name="Google Shape;439;p49"/>
          <p:cNvPicPr preferRelativeResize="0"/>
          <p:nvPr/>
        </p:nvPicPr>
        <p:blipFill rotWithShape="1">
          <a:blip r:embed="rId4">
            <a:alphaModFix/>
          </a:blip>
          <a:srcRect b="77982" l="32628" r="13" t="347"/>
          <a:stretch/>
        </p:blipFill>
        <p:spPr>
          <a:xfrm rot="10800000">
            <a:off x="4664850" y="0"/>
            <a:ext cx="4479000" cy="960300"/>
          </a:xfrm>
          <a:prstGeom prst="round1Rect">
            <a:avLst>
              <a:gd fmla="val 22027" name="adj"/>
            </a:avLst>
          </a:prstGeom>
          <a:noFill/>
          <a:ln>
            <a:noFill/>
          </a:ln>
          <a:effectLst>
            <a:outerShdw blurRad="171450" rotWithShape="0" algn="bl" dir="11520000" dist="95250">
              <a:schemeClr val="dk1">
                <a:alpha val="1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descr="marble (Provided by Getty Images)" id="444" name="Google Shape;444;p50"/>
          <p:cNvPicPr preferRelativeResize="0"/>
          <p:nvPr/>
        </p:nvPicPr>
        <p:blipFill rotWithShape="1">
          <a:blip r:embed="rId3">
            <a:alphaModFix/>
          </a:blip>
          <a:srcRect b="19594" l="-16212" r="-2906" t="29355"/>
          <a:stretch/>
        </p:blipFill>
        <p:spPr>
          <a:xfrm rot="-5400000">
            <a:off x="5142425" y="856100"/>
            <a:ext cx="4860300" cy="3148200"/>
          </a:xfrm>
          <a:prstGeom prst="round2SameRect">
            <a:avLst>
              <a:gd fmla="val 9592" name="adj1"/>
              <a:gd fmla="val 0" name="adj2"/>
            </a:avLst>
          </a:prstGeom>
          <a:noFill/>
          <a:ln>
            <a:noFill/>
          </a:ln>
        </p:spPr>
      </p:pic>
      <p:sp>
        <p:nvSpPr>
          <p:cNvPr id="445" name="Google Shape;445;p50"/>
          <p:cNvSpPr txBox="1"/>
          <p:nvPr>
            <p:ph idx="3" type="body"/>
          </p:nvPr>
        </p:nvSpPr>
        <p:spPr>
          <a:xfrm>
            <a:off x="81275" y="475500"/>
            <a:ext cx="5825700" cy="4134000"/>
          </a:xfrm>
          <a:prstGeom prst="rect">
            <a:avLst/>
          </a:prstGeom>
        </p:spPr>
        <p:txBody>
          <a:bodyPr anchorCtr="0" anchor="t" bIns="0" lIns="0" spcFirstLastPara="1" rIns="0" wrap="square" tIns="0">
            <a:noAutofit/>
          </a:bodyPr>
          <a:lstStyle/>
          <a:p>
            <a:pPr indent="457200" lvl="0" marL="0" rtl="0" algn="l">
              <a:spcBef>
                <a:spcPts val="1200"/>
              </a:spcBef>
              <a:spcAft>
                <a:spcPts val="0"/>
              </a:spcAft>
              <a:buNone/>
            </a:pPr>
            <a:r>
              <a:rPr lang="en" sz="1200">
                <a:solidFill>
                  <a:srgbClr val="000000"/>
                </a:solidFill>
                <a:latin typeface="Times New Roman"/>
                <a:ea typeface="Times New Roman"/>
                <a:cs typeface="Times New Roman"/>
                <a:sym typeface="Times New Roman"/>
              </a:rPr>
              <a:t>Porsche Drive currently uses a cost-based pricing strategy, meaning the company determines the cost of operating the car subscription program and then adds a markup to cover those costs in order to generate a profit. When setting the subscription price, Porsche must consider both direct and indirect costs. The largest direct cost is vehicle depreciation, which can be calculated as the difference between the price Porsche pays for the vehicle and the vehicle’s resale value when it is retired from the subscription fleet. Another direct cost is insurance, which is relatively expensive because Porsche vehicles are luxury vehicles. In addition to these direct costs, Porsche Drive must account for several indirect costs associated with operating the overall subscription program. These include the opportunity cost of idle vehicles; this is because a car that is sitting unused is not generating subscription revenue. Other indirect costs include administrative expenses, marketing expenses, and employee salaries required to manage and support the program. Therefore, under Porsche Drive’s current cost-based pricing approach, the subscription price needs to account for the direct and indirect costs. Porsche then uses these costs as the basis for determining a subscription price that covers its expenses while allowing the company to earn a profit. </a:t>
            </a:r>
            <a:endParaRPr sz="12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rgbClr val="273540"/>
              </a:solidFill>
              <a:latin typeface="Times New Roman"/>
              <a:ea typeface="Times New Roman"/>
              <a:cs typeface="Times New Roman"/>
              <a:sym typeface="Times New Roman"/>
            </a:endParaRPr>
          </a:p>
        </p:txBody>
      </p:sp>
      <p:sp>
        <p:nvSpPr>
          <p:cNvPr id="446" name="Google Shape;446;p50"/>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447" name="Google Shape;447;p50"/>
          <p:cNvSpPr txBox="1"/>
          <p:nvPr/>
        </p:nvSpPr>
        <p:spPr>
          <a:xfrm>
            <a:off x="6072350" y="1342975"/>
            <a:ext cx="2960700" cy="1881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900"/>
              </a:spcAft>
              <a:buNone/>
            </a:pPr>
            <a:r>
              <a:rPr b="1" lang="en" sz="1600">
                <a:solidFill>
                  <a:srgbClr val="273540"/>
                </a:solidFill>
                <a:latin typeface="Times New Roman"/>
                <a:ea typeface="Times New Roman"/>
                <a:cs typeface="Times New Roman"/>
                <a:sym typeface="Times New Roman"/>
              </a:rPr>
              <a:t>Q1. What are the current practice cost-based pricing direct and indirect costs for a car subscription program?</a:t>
            </a:r>
            <a:endParaRPr b="1" sz="1600">
              <a:solidFill>
                <a:srgbClr val="27354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marble (Provided by Getty Images)" id="452" name="Google Shape;452;p51"/>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53" name="Google Shape;453;p51"/>
          <p:cNvSpPr txBox="1"/>
          <p:nvPr>
            <p:ph idx="4" type="title"/>
          </p:nvPr>
        </p:nvSpPr>
        <p:spPr>
          <a:xfrm>
            <a:off x="6227075" y="283475"/>
            <a:ext cx="2523600" cy="1277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2 </a:t>
            </a:r>
            <a:endParaRPr>
              <a:latin typeface="Times New Roman"/>
              <a:ea typeface="Times New Roman"/>
              <a:cs typeface="Times New Roman"/>
              <a:sym typeface="Times New Roman"/>
            </a:endParaRPr>
          </a:p>
          <a:p>
            <a:pPr indent="0" lvl="0" marL="0" rtl="0" algn="l">
              <a:spcBef>
                <a:spcPts val="0"/>
              </a:spcBef>
              <a:spcAft>
                <a:spcPts val="0"/>
              </a:spcAft>
              <a:buNone/>
            </a:pPr>
            <a:r>
              <a:rPr lang="en" sz="1100">
                <a:solidFill>
                  <a:srgbClr val="9900FF"/>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454" name="Google Shape;454;p51"/>
          <p:cNvSpPr txBox="1"/>
          <p:nvPr/>
        </p:nvSpPr>
        <p:spPr>
          <a:xfrm>
            <a:off x="6423275" y="1449750"/>
            <a:ext cx="2592900" cy="224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0"/>
              </a:spcAft>
              <a:buNone/>
            </a:pPr>
            <a:r>
              <a:rPr b="1" lang="en" sz="1600">
                <a:solidFill>
                  <a:srgbClr val="273540"/>
                </a:solidFill>
                <a:latin typeface="Times New Roman"/>
                <a:ea typeface="Times New Roman"/>
                <a:cs typeface="Times New Roman"/>
                <a:sym typeface="Times New Roman"/>
              </a:rPr>
              <a:t>Q2. What are the current practice cost-based pricing fixed and variable costs for a car subscription program?</a:t>
            </a:r>
            <a:endParaRPr b="1" sz="1600">
              <a:solidFill>
                <a:srgbClr val="273540"/>
              </a:solidFill>
              <a:latin typeface="Times New Roman"/>
              <a:ea typeface="Times New Roman"/>
              <a:cs typeface="Times New Roman"/>
              <a:sym typeface="Times New Roman"/>
            </a:endParaRPr>
          </a:p>
          <a:p>
            <a:pPr indent="0" lvl="0" marL="0" rtl="0" algn="ctr">
              <a:lnSpc>
                <a:spcPct val="115000"/>
              </a:lnSpc>
              <a:spcBef>
                <a:spcPts val="900"/>
              </a:spcBef>
              <a:spcAft>
                <a:spcPts val="900"/>
              </a:spcAft>
              <a:buNone/>
            </a:pPr>
            <a:r>
              <a:t/>
            </a:r>
            <a:endParaRPr sz="1600">
              <a:solidFill>
                <a:schemeClr val="dk1"/>
              </a:solidFill>
              <a:latin typeface="Nunito"/>
              <a:ea typeface="Nunito"/>
              <a:cs typeface="Nunito"/>
              <a:sym typeface="Nunito"/>
            </a:endParaRPr>
          </a:p>
        </p:txBody>
      </p:sp>
      <p:sp>
        <p:nvSpPr>
          <p:cNvPr id="455" name="Google Shape;455;p51"/>
          <p:cNvSpPr txBox="1"/>
          <p:nvPr/>
        </p:nvSpPr>
        <p:spPr>
          <a:xfrm>
            <a:off x="56900" y="283475"/>
            <a:ext cx="5941500" cy="423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lang="en" sz="1100">
                <a:solidFill>
                  <a:srgbClr val="273540"/>
                </a:solidFill>
                <a:latin typeface="Times New Roman"/>
                <a:ea typeface="Times New Roman"/>
                <a:cs typeface="Times New Roman"/>
                <a:sym typeface="Times New Roman"/>
              </a:rPr>
              <a:t>Fixed costs are expenses that Porsche Drive generally incurs regardless of how frequently a vehicle is used or how many customers subscribe to the program. These costs are relatively stable over a given period and are necessary to maintain the fleet and operate the subscription service. These include vehicle depreciation, administrative and overhead expenses, fleet financing/capital costs, and registration and taxes. These costs are associated with maintaining the Porsche Drive fleet and operating the overall subscription program. </a:t>
            </a:r>
            <a:endParaRPr sz="1100">
              <a:solidFill>
                <a:srgbClr val="273540"/>
              </a:solidFill>
              <a:latin typeface="Times New Roman"/>
              <a:ea typeface="Times New Roman"/>
              <a:cs typeface="Times New Roman"/>
              <a:sym typeface="Times New Roman"/>
            </a:endParaRPr>
          </a:p>
          <a:p>
            <a:pPr indent="0" lvl="0" marL="0" rtl="0" algn="ctr">
              <a:lnSpc>
                <a:spcPct val="115000"/>
              </a:lnSpc>
              <a:spcBef>
                <a:spcPts val="1400"/>
              </a:spcBef>
              <a:spcAft>
                <a:spcPts val="400"/>
              </a:spcAft>
              <a:buNone/>
            </a:pPr>
            <a:r>
              <a:rPr lang="en" sz="1100">
                <a:solidFill>
                  <a:srgbClr val="273540"/>
                </a:solidFill>
                <a:latin typeface="Times New Roman"/>
                <a:ea typeface="Times New Roman"/>
                <a:cs typeface="Times New Roman"/>
                <a:sym typeface="Times New Roman"/>
              </a:rPr>
              <a:t>Variable costs are expenses that can change depending on the level of vehicle usage, the number of customers served, or the services provided during a subscription. For Porsche Drive, maintenance costs are variable because greater vehicle usage can lead to more frequent tire replacements, oil changes, brake servicing, cleaning, and other maintenance requirements.  These include maintenance costs such as tires, cleaning, oil changes, and brakes, as well as insurance, delivery/pick-up charges, roadside assistance, and damage or repair costs. Insurance costs can also be treated as variable in the context of the subscription program because they are associated with providing coverage for vehicles while they are being used by customers. Delivery and pick-up charges may vary depending on how frequently vehicles are delivered or collected from customers. Roadside assistance costs can also vary based on how often customers require the services. Damage and repair costs vary depending upon the condition of the vehicle. Porsche Drive's fixed costs are primarily associated with owning and maintaining the fleet and operating the subscription business, while variable costs are more closely related to vehicle usage and the services required by individual customers.</a:t>
            </a:r>
            <a:endParaRPr sz="1100">
              <a:solidFill>
                <a:srgbClr val="27354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descr="marble (Provided by Getty Images)" id="460" name="Google Shape;460;p52"/>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61" name="Google Shape;461;p52"/>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3</a:t>
            </a:r>
            <a:endParaRPr>
              <a:latin typeface="Times New Roman"/>
              <a:ea typeface="Times New Roman"/>
              <a:cs typeface="Times New Roman"/>
              <a:sym typeface="Times New Roman"/>
            </a:endParaRPr>
          </a:p>
        </p:txBody>
      </p:sp>
      <p:sp>
        <p:nvSpPr>
          <p:cNvPr id="462" name="Google Shape;462;p52"/>
          <p:cNvSpPr txBox="1"/>
          <p:nvPr/>
        </p:nvSpPr>
        <p:spPr>
          <a:xfrm>
            <a:off x="6254750" y="1449750"/>
            <a:ext cx="2723700" cy="224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None/>
            </a:pPr>
            <a:r>
              <a:rPr b="1" lang="en" sz="2900">
                <a:latin typeface="Times New Roman"/>
                <a:ea typeface="Times New Roman"/>
                <a:cs typeface="Times New Roman"/>
                <a:sym typeface="Times New Roman"/>
              </a:rPr>
              <a:t>Market-Based Pricing: Should Porsche Drive Reduce Prices?</a:t>
            </a:r>
            <a:endParaRPr b="1" sz="2900">
              <a:latin typeface="Times New Roman"/>
              <a:ea typeface="Times New Roman"/>
              <a:cs typeface="Times New Roman"/>
              <a:sym typeface="Times New Roman"/>
            </a:endParaRPr>
          </a:p>
        </p:txBody>
      </p:sp>
      <p:sp>
        <p:nvSpPr>
          <p:cNvPr id="463" name="Google Shape;463;p52"/>
          <p:cNvSpPr txBox="1"/>
          <p:nvPr/>
        </p:nvSpPr>
        <p:spPr>
          <a:xfrm>
            <a:off x="29425" y="154800"/>
            <a:ext cx="5877600" cy="457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latin typeface="Times New Roman"/>
                <a:ea typeface="Times New Roman"/>
                <a:cs typeface="Times New Roman"/>
                <a:sym typeface="Times New Roman"/>
              </a:rPr>
              <a:t>Recommendation: Modestly Reduce / Re-evaluate Pricing</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latin typeface="Times New Roman"/>
                <a:ea typeface="Times New Roman"/>
                <a:cs typeface="Times New Roman"/>
                <a:sym typeface="Times New Roman"/>
              </a:rPr>
              <a:t>Why?</a:t>
            </a:r>
            <a:endParaRPr b="1" sz="1300">
              <a:latin typeface="Times New Roman"/>
              <a:ea typeface="Times New Roman"/>
              <a:cs typeface="Times New Roman"/>
              <a:sym typeface="Times New Roman"/>
            </a:endParaRPr>
          </a:p>
          <a:p>
            <a:pPr indent="-311150" lvl="0" marL="457200" rtl="0" algn="l">
              <a:lnSpc>
                <a:spcPct val="115000"/>
              </a:lnSpc>
              <a:spcBef>
                <a:spcPts val="1200"/>
              </a:spcBef>
              <a:spcAft>
                <a:spcPts val="0"/>
              </a:spcAft>
              <a:buSzPts val="1300"/>
              <a:buChar char="●"/>
            </a:pPr>
            <a:r>
              <a:rPr b="1" lang="en" sz="1300">
                <a:latin typeface="Times New Roman"/>
                <a:ea typeface="Times New Roman"/>
                <a:cs typeface="Times New Roman"/>
                <a:sym typeface="Times New Roman"/>
              </a:rPr>
              <a:t>Market conditions changed:</a:t>
            </a:r>
            <a:r>
              <a:rPr lang="en" sz="1300">
                <a:latin typeface="Times New Roman"/>
                <a:ea typeface="Times New Roman"/>
                <a:cs typeface="Times New Roman"/>
                <a:sym typeface="Times New Roman"/>
              </a:rPr>
              <a:t> New vehicle inventories were rising and transaction prices were potentially falling by 2023.</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b="1" lang="en" sz="1300">
                <a:latin typeface="Times New Roman"/>
                <a:ea typeface="Times New Roman"/>
                <a:cs typeface="Times New Roman"/>
                <a:sym typeface="Times New Roman"/>
              </a:rPr>
              <a:t>Financing became more attractive:</a:t>
            </a:r>
            <a:r>
              <a:rPr lang="en" sz="1300">
                <a:latin typeface="Times New Roman"/>
                <a:ea typeface="Times New Roman"/>
                <a:cs typeface="Times New Roman"/>
                <a:sym typeface="Times New Roman"/>
              </a:rPr>
              <a:t> Interest rates had plateaued, creating another option for customers.</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b="1" lang="en" sz="1300">
                <a:latin typeface="Times New Roman"/>
                <a:ea typeface="Times New Roman"/>
                <a:cs typeface="Times New Roman"/>
                <a:sym typeface="Times New Roman"/>
              </a:rPr>
              <a:t>Limited competition:</a:t>
            </a:r>
            <a:r>
              <a:rPr lang="en" sz="1300">
                <a:latin typeface="Times New Roman"/>
                <a:ea typeface="Times New Roman"/>
                <a:cs typeface="Times New Roman"/>
                <a:sym typeface="Times New Roman"/>
              </a:rPr>
              <a:t> Volvo was the only major luxury manufacturer maintaining a subscription program.</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b="1" lang="en" sz="1300">
                <a:latin typeface="Times New Roman"/>
                <a:ea typeface="Times New Roman"/>
                <a:cs typeface="Times New Roman"/>
                <a:sym typeface="Times New Roman"/>
              </a:rPr>
              <a:t>Potential overpricing:</a:t>
            </a:r>
            <a:r>
              <a:rPr lang="en" sz="1300">
                <a:latin typeface="Times New Roman"/>
                <a:ea typeface="Times New Roman"/>
                <a:cs typeface="Times New Roman"/>
                <a:sym typeface="Times New Roman"/>
              </a:rPr>
              <a:t> Porsche had underestimated vehicle resale values, which may have contributed to prices being too high.</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b="1" lang="en" sz="1300">
                <a:latin typeface="Times New Roman"/>
                <a:ea typeface="Times New Roman"/>
                <a:cs typeface="Times New Roman"/>
                <a:sym typeface="Times New Roman"/>
              </a:rPr>
              <a:t>Strong demand:</a:t>
            </a:r>
            <a:r>
              <a:rPr lang="en" sz="1300">
                <a:latin typeface="Times New Roman"/>
                <a:ea typeface="Times New Roman"/>
                <a:cs typeface="Times New Roman"/>
                <a:sym typeface="Times New Roman"/>
              </a:rPr>
              <a:t> Limited competition and stronger-than-expected demand mean Porsche should </a:t>
            </a:r>
            <a:r>
              <a:rPr b="1" lang="en" sz="1300">
                <a:latin typeface="Times New Roman"/>
                <a:ea typeface="Times New Roman"/>
                <a:cs typeface="Times New Roman"/>
                <a:sym typeface="Times New Roman"/>
              </a:rPr>
              <a:t>avoid a major price cut</a:t>
            </a:r>
            <a:r>
              <a:rPr lang="en" sz="1300">
                <a:latin typeface="Times New Roman"/>
                <a:ea typeface="Times New Roman"/>
                <a:cs typeface="Times New Roman"/>
                <a:sym typeface="Times New Roman"/>
              </a:rPr>
              <a:t>.</a:t>
            </a:r>
            <a:endParaRPr sz="13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 sz="1300">
                <a:latin typeface="Times New Roman"/>
                <a:ea typeface="Times New Roman"/>
                <a:cs typeface="Times New Roman"/>
                <a:sym typeface="Times New Roman"/>
              </a:rPr>
              <a:t>Key Takeaway:</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latin typeface="Times New Roman"/>
                <a:ea typeface="Times New Roman"/>
                <a:cs typeface="Times New Roman"/>
                <a:sym typeface="Times New Roman"/>
              </a:rPr>
              <a:t>Use a modest/targeted price reduction and continue monitoring demand, competitors, vehicle prices, and interest rates.</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latin typeface="Times New Roman"/>
                <a:ea typeface="Times New Roman"/>
                <a:cs typeface="Times New Roman"/>
                <a:sym typeface="Times New Roman"/>
              </a:rPr>
              <a:t>Exhibit 3 demonstrates constant negative decline from 2017-2020</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latin typeface="Times New Roman"/>
                <a:ea typeface="Times New Roman"/>
                <a:cs typeface="Times New Roman"/>
                <a:sym typeface="Times New Roman"/>
              </a:rPr>
              <a:t>Post-Covid there was growth from 2020-2021</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3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3"/>
          <p:cNvSpPr/>
          <p:nvPr>
            <p:ph idx="2" type="pic"/>
          </p:nvPr>
        </p:nvSpPr>
        <p:spPr>
          <a:xfrm rot="-5400000">
            <a:off x="5139125" y="859575"/>
            <a:ext cx="4863600" cy="3144900"/>
          </a:xfrm>
          <a:prstGeom prst="round2SameRect">
            <a:avLst>
              <a:gd fmla="val 16667" name="adj1"/>
              <a:gd fmla="val 0" name="adj2"/>
            </a:avLst>
          </a:prstGeom>
        </p:spPr>
      </p:sp>
      <p:sp>
        <p:nvSpPr>
          <p:cNvPr id="469" name="Google Shape;469;p53"/>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70" name="Google Shape;470;p53"/>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71" name="Google Shape;471;p53"/>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472" name="Google Shape;472;p53"/>
          <p:cNvSpPr txBox="1"/>
          <p:nvPr/>
        </p:nvSpPr>
        <p:spPr>
          <a:xfrm>
            <a:off x="6151700" y="1062850"/>
            <a:ext cx="2929800" cy="322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900"/>
              </a:spcAft>
              <a:buNone/>
            </a:pPr>
            <a:br>
              <a:rPr lang="en" sz="1600">
                <a:solidFill>
                  <a:srgbClr val="273540"/>
                </a:solidFill>
                <a:latin typeface="Times New Roman"/>
                <a:ea typeface="Times New Roman"/>
                <a:cs typeface="Times New Roman"/>
                <a:sym typeface="Times New Roman"/>
              </a:rPr>
            </a:br>
            <a:r>
              <a:rPr b="1" lang="en" sz="1600">
                <a:solidFill>
                  <a:srgbClr val="273540"/>
                </a:solidFill>
                <a:latin typeface="Times New Roman"/>
                <a:ea typeface="Times New Roman"/>
                <a:cs typeface="Times New Roman"/>
                <a:sym typeface="Times New Roman"/>
              </a:rPr>
              <a:t>Q4. Value-based Pricing: Single-car subscription value-based pricing problem. Suppose a customer wants to access a Macan S for 12 months. Should they finance at 7.75 per cent tax rate and $500 fee or subscribe to the vehicle, and why?</a:t>
            </a:r>
            <a:endParaRPr b="1" sz="1600">
              <a:solidFill>
                <a:srgbClr val="273540"/>
              </a:solidFill>
              <a:latin typeface="Times New Roman"/>
              <a:ea typeface="Times New Roman"/>
              <a:cs typeface="Times New Roman"/>
              <a:sym typeface="Times New Roman"/>
            </a:endParaRPr>
          </a:p>
        </p:txBody>
      </p:sp>
      <p:sp>
        <p:nvSpPr>
          <p:cNvPr id="473" name="Google Shape;473;p53"/>
          <p:cNvSpPr txBox="1"/>
          <p:nvPr/>
        </p:nvSpPr>
        <p:spPr>
          <a:xfrm>
            <a:off x="521225" y="81950"/>
            <a:ext cx="5431500" cy="289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Assumptions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MSRP: $84,185</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Sales tax: 7.75%</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Transaction fee: $500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One-year residual value: 81% of MSRP</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Annual insurance: $2,279</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Subscription price: $1,700 per month</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Finance and Sell After 12 Months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Purchase cost = $84,185 + $6,524 tax + $500 fee= $91,209</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Resale value = $84,185 × 81%</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 $68,190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Total 12-month cost = $91,209 − $68,190 + $2,279 insurance= $25,298</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Equivalent monthly cost = $25,298 ÷ 12  = $2,108</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Subscribe for 12 Months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Total subscription cost = $1,700 × 12    = $20,400</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Subscription Savings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 $25,298 − $20,400 = $4,898</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4"/>
          <p:cNvSpPr/>
          <p:nvPr>
            <p:ph idx="2" type="pic"/>
          </p:nvPr>
        </p:nvSpPr>
        <p:spPr>
          <a:xfrm rot="-5400000">
            <a:off x="5139125" y="859575"/>
            <a:ext cx="4863600" cy="3144900"/>
          </a:xfrm>
          <a:prstGeom prst="round2SameRect">
            <a:avLst>
              <a:gd fmla="val 16667" name="adj1"/>
              <a:gd fmla="val 0" name="adj2"/>
            </a:avLst>
          </a:prstGeom>
        </p:spPr>
      </p:sp>
      <p:sp>
        <p:nvSpPr>
          <p:cNvPr id="479" name="Google Shape;479;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descr="marble (Provided by Getty Images)" id="480" name="Google Shape;480;p54"/>
          <p:cNvPicPr preferRelativeResize="0"/>
          <p:nvPr/>
        </p:nvPicPr>
        <p:blipFill rotWithShape="1">
          <a:blip r:embed="rId3">
            <a:alphaModFix/>
          </a:blip>
          <a:srcRect b="19594" l="-16212" r="-2906" t="29355"/>
          <a:stretch/>
        </p:blipFill>
        <p:spPr>
          <a:xfrm rot="-5400000">
            <a:off x="5186450" y="899900"/>
            <a:ext cx="4860300" cy="3060600"/>
          </a:xfrm>
          <a:prstGeom prst="round2SameRect">
            <a:avLst>
              <a:gd fmla="val 9592" name="adj1"/>
              <a:gd fmla="val 0" name="adj2"/>
            </a:avLst>
          </a:prstGeom>
          <a:noFill/>
          <a:ln>
            <a:noFill/>
          </a:ln>
        </p:spPr>
      </p:pic>
      <p:sp>
        <p:nvSpPr>
          <p:cNvPr id="481" name="Google Shape;481;p54"/>
          <p:cNvSpPr txBox="1"/>
          <p:nvPr>
            <p:ph idx="4" type="title"/>
          </p:nvPr>
        </p:nvSpPr>
        <p:spPr>
          <a:xfrm>
            <a:off x="6227075" y="283475"/>
            <a:ext cx="25236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4</a:t>
            </a:r>
            <a:endParaRPr>
              <a:latin typeface="Times New Roman"/>
              <a:ea typeface="Times New Roman"/>
              <a:cs typeface="Times New Roman"/>
              <a:sym typeface="Times New Roman"/>
            </a:endParaRPr>
          </a:p>
        </p:txBody>
      </p:sp>
      <p:sp>
        <p:nvSpPr>
          <p:cNvPr id="482" name="Google Shape;482;p54"/>
          <p:cNvSpPr txBox="1"/>
          <p:nvPr/>
        </p:nvSpPr>
        <p:spPr>
          <a:xfrm>
            <a:off x="6151700" y="1062850"/>
            <a:ext cx="2929800" cy="3222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900"/>
              </a:spcBef>
              <a:spcAft>
                <a:spcPts val="900"/>
              </a:spcAft>
              <a:buNone/>
            </a:pPr>
            <a:br>
              <a:rPr lang="en" sz="1600">
                <a:solidFill>
                  <a:srgbClr val="273540"/>
                </a:solidFill>
                <a:latin typeface="Times New Roman"/>
                <a:ea typeface="Times New Roman"/>
                <a:cs typeface="Times New Roman"/>
                <a:sym typeface="Times New Roman"/>
              </a:rPr>
            </a:br>
            <a:r>
              <a:rPr b="1" lang="en" sz="1600">
                <a:solidFill>
                  <a:srgbClr val="273540"/>
                </a:solidFill>
                <a:latin typeface="Times New Roman"/>
                <a:ea typeface="Times New Roman"/>
                <a:cs typeface="Times New Roman"/>
                <a:sym typeface="Times New Roman"/>
              </a:rPr>
              <a:t>Q4. Value-based Pricing: Single-car subscription value-based pricing problem. Suppose a customer wants to access a Macan S for 12 months. Should they finance at 7.75 per cent tax rate and $500 fee or subscribe to the vehicle, and why?</a:t>
            </a:r>
            <a:endParaRPr b="1" sz="1600">
              <a:solidFill>
                <a:srgbClr val="273540"/>
              </a:solidFill>
              <a:latin typeface="Times New Roman"/>
              <a:ea typeface="Times New Roman"/>
              <a:cs typeface="Times New Roman"/>
              <a:sym typeface="Times New Roman"/>
            </a:endParaRPr>
          </a:p>
        </p:txBody>
      </p:sp>
      <p:sp>
        <p:nvSpPr>
          <p:cNvPr id="483" name="Google Shape;483;p54"/>
          <p:cNvSpPr txBox="1"/>
          <p:nvPr/>
        </p:nvSpPr>
        <p:spPr>
          <a:xfrm>
            <a:off x="179850" y="822275"/>
            <a:ext cx="5431500" cy="2890200"/>
          </a:xfrm>
          <a:prstGeom prst="rect">
            <a:avLst/>
          </a:prstGeom>
          <a:noFill/>
          <a:ln>
            <a:noFill/>
          </a:ln>
        </p:spPr>
        <p:txBody>
          <a:bodyPr anchorCtr="0" anchor="t" bIns="91425" lIns="91425" spcFirstLastPara="1" rIns="91425" wrap="square" tIns="91425">
            <a:noAutofit/>
          </a:bodyPr>
          <a:lstStyle/>
          <a:p>
            <a:pPr indent="457200" lvl="0" marL="0" rtl="0" algn="l">
              <a:lnSpc>
                <a:spcPct val="115000"/>
              </a:lnSpc>
              <a:spcBef>
                <a:spcPts val="1200"/>
              </a:spcBef>
              <a:spcAft>
                <a:spcPts val="0"/>
              </a:spcAft>
              <a:buNone/>
            </a:pPr>
            <a:r>
              <a:rPr lang="en" sz="1200">
                <a:latin typeface="Times New Roman"/>
                <a:ea typeface="Times New Roman"/>
                <a:cs typeface="Times New Roman"/>
                <a:sym typeface="Times New Roman"/>
              </a:rPr>
              <a:t>The customer should subscribe to the Macan S. The estimated 12-month subscription cost is $20,400, compared with $25,298.49 for financing and then selling the vehicle. Therefore, subscribing provides approximately $4,898.49 in savings over the 12-month period. In addition, the subscription includes insurance, maintenance, roadside assistance, and concierge services, while eliminating the resale-value risk and inconvenience associated with selling the vehicle.</a:t>
            </a:r>
            <a:endParaRPr sz="1200">
              <a:latin typeface="Times New Roman"/>
              <a:ea typeface="Times New Roman"/>
              <a:cs typeface="Times New Roman"/>
              <a:sym typeface="Times New Roman"/>
            </a:endParaRPr>
          </a:p>
          <a:p>
            <a:pPr indent="457200" lvl="0" marL="0" rtl="0" algn="l">
              <a:lnSpc>
                <a:spcPct val="115000"/>
              </a:lnSpc>
              <a:spcBef>
                <a:spcPts val="1200"/>
              </a:spcBef>
              <a:spcAft>
                <a:spcPts val="0"/>
              </a:spcAft>
              <a:buNone/>
            </a:pPr>
            <a:r>
              <a:rPr lang="en" sz="1200">
                <a:latin typeface="Times New Roman"/>
                <a:ea typeface="Times New Roman"/>
                <a:cs typeface="Times New Roman"/>
                <a:sym typeface="Times New Roman"/>
              </a:rPr>
              <a:t>Based on the financing alternative, the customer's approximate value-based price ceiling is $2,108 per month. Since the subscription price of $1,700 per month is below this amount, subscribing provides greater economic value than financing and selling the vehicle. The subscription also provides additional convenience and services that are not captured in the basic cost comparison.</a:t>
            </a:r>
            <a:endParaRPr sz="1200">
              <a:latin typeface="Times New Roman"/>
              <a:ea typeface="Times New Roman"/>
              <a:cs typeface="Times New Roman"/>
              <a:sym typeface="Times New Roman"/>
            </a:endParaRPr>
          </a:p>
          <a:p>
            <a:pPr indent="0" lvl="0" marL="0" rtl="0" algn="l">
              <a:spcBef>
                <a:spcPts val="1200"/>
              </a:spcBef>
              <a:spcAft>
                <a:spcPts val="0"/>
              </a:spcAft>
              <a:buNone/>
            </a:pPr>
            <a:r>
              <a:t/>
            </a:r>
            <a:endParaRPr sz="1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business review">
  <a:themeElements>
    <a:clrScheme name="Simple Light">
      <a:dk1>
        <a:srgbClr val="131313"/>
      </a:dk1>
      <a:lt1>
        <a:srgbClr val="FAFAFA"/>
      </a:lt1>
      <a:dk2>
        <a:srgbClr val="B5B5B7"/>
      </a:dk2>
      <a:lt2>
        <a:srgbClr val="EAE1E2"/>
      </a:lt2>
      <a:accent1>
        <a:srgbClr val="7D57AE"/>
      </a:accent1>
      <a:accent2>
        <a:srgbClr val="E8C8C7"/>
      </a:accent2>
      <a:accent3>
        <a:srgbClr val="2F5C7C"/>
      </a:accent3>
      <a:accent4>
        <a:srgbClr val="DECEE8"/>
      </a:accent4>
      <a:accent5>
        <a:srgbClr val="B0BFDE"/>
      </a:accent5>
      <a:accent6>
        <a:srgbClr val="DDEAFB"/>
      </a:accent6>
      <a:hlink>
        <a:srgbClr val="2F5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