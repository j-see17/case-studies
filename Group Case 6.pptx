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anrope Light"/>
      <p:regular r:id="rId12"/>
      <p:bold r:id="rId13"/>
    </p:embeddedFont>
    <p:embeddedFont>
      <p:font typeface="Nunito SemiBold"/>
      <p:regular r:id="rId14"/>
      <p:bold r:id="rId15"/>
      <p:italic r:id="rId16"/>
      <p:boldItalic r:id="rId17"/>
    </p:embeddedFont>
    <p:embeddedFont>
      <p:font typeface="Nunito"/>
      <p:regular r:id="rId18"/>
      <p:bold r:id="rId19"/>
      <p:italic r:id="rId20"/>
      <p:boldItalic r:id="rId21"/>
    </p:embeddedFont>
    <p:embeddedFont>
      <p:font typeface="Manrope SemiBold"/>
      <p:regular r:id="rId22"/>
      <p:bold r:id="rId23"/>
    </p:embeddedFont>
    <p:embeddedFont>
      <p:font typeface="Manrope"/>
      <p:regular r:id="rId24"/>
      <p:bold r:id="rId25"/>
    </p:embeddedFont>
    <p:embeddedFont>
      <p:font typeface="Manrope Medium"/>
      <p:regular r:id="rId26"/>
      <p:bold r:id="rId27"/>
    </p:embeddedFont>
    <p:embeddedFont>
      <p:font typeface="Nunito Medium"/>
      <p:regular r:id="rId28"/>
      <p:bold r:id="rId29"/>
      <p:italic r:id="rId30"/>
      <p:boldItalic r:id="rId31"/>
    </p:embeddedFont>
    <p:embeddedFont>
      <p:font typeface="Nunito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Medium-boldItalic.fntdata"/><Relationship Id="rId30" Type="http://schemas.openxmlformats.org/officeDocument/2006/relationships/font" Target="fonts/NunitoMedium-italic.fntdata"/><Relationship Id="rId33" Type="http://schemas.openxmlformats.org/officeDocument/2006/relationships/font" Target="fonts/NunitoLight-bold.fntdata"/><Relationship Id="rId32" Type="http://schemas.openxmlformats.org/officeDocument/2006/relationships/font" Target="fonts/NunitoLight-regular.fntdata"/><Relationship Id="rId35" Type="http://schemas.openxmlformats.org/officeDocument/2006/relationships/font" Target="fonts/NunitoLight-boldItalic.fntdata"/><Relationship Id="rId34" Type="http://schemas.openxmlformats.org/officeDocument/2006/relationships/font" Target="fonts/NunitoLight-italic.fntdata"/><Relationship Id="rId20" Type="http://schemas.openxmlformats.org/officeDocument/2006/relationships/font" Target="fonts/Nunito-italic.fntdata"/><Relationship Id="rId22" Type="http://schemas.openxmlformats.org/officeDocument/2006/relationships/font" Target="fonts/ManropeSemiBold-regular.fntdata"/><Relationship Id="rId21" Type="http://schemas.openxmlformats.org/officeDocument/2006/relationships/font" Target="fonts/Nunito-boldItalic.fntdata"/><Relationship Id="rId24" Type="http://schemas.openxmlformats.org/officeDocument/2006/relationships/font" Target="fonts/Manrope-regular.fntdata"/><Relationship Id="rId23" Type="http://schemas.openxmlformats.org/officeDocument/2006/relationships/font" Target="fonts/ManropeSemiBold-bold.fntdata"/><Relationship Id="rId26" Type="http://schemas.openxmlformats.org/officeDocument/2006/relationships/font" Target="fonts/ManropeMedium-regular.fntdata"/><Relationship Id="rId25" Type="http://schemas.openxmlformats.org/officeDocument/2006/relationships/font" Target="fonts/Manrope-bold.fntdata"/><Relationship Id="rId28" Type="http://schemas.openxmlformats.org/officeDocument/2006/relationships/font" Target="fonts/NunitoMedium-regular.fntdata"/><Relationship Id="rId27" Type="http://schemas.openxmlformats.org/officeDocument/2006/relationships/font" Target="fonts/ManropeMedium-bold.fntdata"/><Relationship Id="rId29" Type="http://schemas.openxmlformats.org/officeDocument/2006/relationships/font" Target="fonts/NunitoMedium-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anropeLight-bold.fntdata"/><Relationship Id="rId12" Type="http://schemas.openxmlformats.org/officeDocument/2006/relationships/font" Target="fonts/ManropeLight-regular.fntdata"/><Relationship Id="rId15" Type="http://schemas.openxmlformats.org/officeDocument/2006/relationships/font" Target="fonts/NunitoSemiBold-bold.fntdata"/><Relationship Id="rId14" Type="http://schemas.openxmlformats.org/officeDocument/2006/relationships/font" Target="fonts/NunitoSemiBold-regular.fntdata"/><Relationship Id="rId17" Type="http://schemas.openxmlformats.org/officeDocument/2006/relationships/font" Target="fonts/NunitoSemiBold-boldItalic.fntdata"/><Relationship Id="rId16" Type="http://schemas.openxmlformats.org/officeDocument/2006/relationships/font" Target="fonts/NunitoSemiBold-italic.fntdata"/><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87bd6372e_1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87bd6372e_1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87bd6372e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87bd6372e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87bd6372e_1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f87bd6372e_1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fb80d37f90_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fb80d37f90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b80d37f90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fb80d37f90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b1e318faae2dfca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hb1e318faae2dfca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1515000" y="4186450"/>
            <a:ext cx="6649500" cy="960300"/>
          </a:xfrm>
          <a:prstGeom prst="round2SameRect">
            <a:avLst>
              <a:gd fmla="val 31290" name="adj1"/>
              <a:gd fmla="val 0" name="adj2"/>
            </a:avLst>
          </a:prstGeom>
          <a:noFill/>
          <a:ln>
            <a:noFill/>
          </a:ln>
        </p:spPr>
      </p:sp>
      <p:sp>
        <p:nvSpPr>
          <p:cNvPr id="11" name="Google Shape;11;p2"/>
          <p:cNvSpPr/>
          <p:nvPr>
            <p:ph idx="3" type="pic"/>
          </p:nvPr>
        </p:nvSpPr>
        <p:spPr>
          <a:xfrm flipH="1">
            <a:off x="8218223" y="4187925"/>
            <a:ext cx="924300" cy="960300"/>
          </a:xfrm>
          <a:prstGeom prst="round1Rect">
            <a:avLst>
              <a:gd fmla="val 21722" name="adj"/>
            </a:avLst>
          </a:prstGeom>
          <a:noFill/>
          <a:ln>
            <a:noFill/>
          </a:ln>
        </p:spPr>
      </p:sp>
      <p:sp>
        <p:nvSpPr>
          <p:cNvPr id="12" name="Google Shape;12;p2"/>
          <p:cNvSpPr/>
          <p:nvPr>
            <p:ph idx="4" type="pic"/>
          </p:nvPr>
        </p:nvSpPr>
        <p:spPr>
          <a:xfrm rot="10800000">
            <a:off x="1515000" y="-2468"/>
            <a:ext cx="3100200" cy="977700"/>
          </a:xfrm>
          <a:prstGeom prst="round2SameRect">
            <a:avLst>
              <a:gd fmla="val 16667" name="adj1"/>
              <a:gd fmla="val 0" name="adj2"/>
            </a:avLst>
          </a:prstGeom>
          <a:noFill/>
          <a:ln>
            <a:noFill/>
          </a:ln>
        </p:spPr>
      </p:sp>
      <p:sp>
        <p:nvSpPr>
          <p:cNvPr id="13" name="Google Shape;13;p2"/>
          <p:cNvSpPr/>
          <p:nvPr>
            <p:ph idx="5" type="pic"/>
          </p:nvPr>
        </p:nvSpPr>
        <p:spPr>
          <a:xfrm rot="10800000">
            <a:off x="4664725" y="-1868"/>
            <a:ext cx="4477800" cy="977100"/>
          </a:xfrm>
          <a:prstGeom prst="round1Rect">
            <a:avLst>
              <a:gd fmla="val 17079" name="adj"/>
            </a:avLst>
          </a:prstGeom>
          <a:noFill/>
          <a:ln>
            <a:noFill/>
          </a:ln>
        </p:spPr>
      </p:sp>
      <p:sp>
        <p:nvSpPr>
          <p:cNvPr id="14" name="Google Shape;14;p2"/>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chemeClr val="dk1"/>
              </a:buClr>
              <a:buSzPts val="4600"/>
              <a:buFont typeface="Manrope SemiBold"/>
              <a:buNone/>
              <a:defRPr sz="4600">
                <a:latin typeface="Manrope SemiBold"/>
                <a:ea typeface="Manrope SemiBold"/>
                <a:cs typeface="Manrope SemiBold"/>
                <a:sym typeface="Manrope SemiBold"/>
              </a:defRPr>
            </a:lvl1pPr>
            <a:lvl2pPr lvl="1">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2pPr>
            <a:lvl3pPr lvl="2">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3pPr>
            <a:lvl4pPr lvl="3">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4pPr>
            <a:lvl5pPr lvl="4">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5pPr>
            <a:lvl6pPr lvl="5">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6pPr>
            <a:lvl7pPr lvl="6">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7pPr>
            <a:lvl8pPr lvl="7">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8pPr>
            <a:lvl9pPr lvl="8">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9pPr>
          </a:lstStyle>
          <a:p/>
        </p:txBody>
      </p:sp>
      <p:sp>
        <p:nvSpPr>
          <p:cNvPr id="15" name="Google Shape;15;p2"/>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6" name="Google Shape;16;p2"/>
          <p:cNvSpPr txBox="1"/>
          <p:nvPr>
            <p:ph idx="6" type="subTitle"/>
          </p:nvPr>
        </p:nvSpPr>
        <p:spPr>
          <a:xfrm>
            <a:off x="2238050" y="3068700"/>
            <a:ext cx="5514300" cy="408900"/>
          </a:xfrm>
          <a:prstGeom prst="rect">
            <a:avLst/>
          </a:prstGeom>
        </p:spPr>
        <p:txBody>
          <a:bodyPr anchorCtr="0" anchor="ctr" bIns="0" lIns="0" spcFirstLastPara="1" rIns="0" wrap="square" tIns="0">
            <a:normAutofit/>
          </a:bodyPr>
          <a:lstStyle>
            <a:lvl1pPr lvl="0">
              <a:lnSpc>
                <a:spcPct val="100000"/>
              </a:lnSpc>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Marble texture (Provided by Getty Images)" id="17" name="Google Shape;17;p2"/>
          <p:cNvPicPr preferRelativeResize="0"/>
          <p:nvPr/>
        </p:nvPicPr>
        <p:blipFill rotWithShape="1">
          <a:blip r:embed="rId2">
            <a:alphaModFix/>
          </a:blip>
          <a:srcRect b="8354" l="51184" r="0" t="70762"/>
          <a:stretch/>
        </p:blipFill>
        <p:spPr>
          <a:xfrm>
            <a:off x="0" y="4172200"/>
            <a:ext cx="1464300" cy="971400"/>
          </a:xfrm>
          <a:prstGeom prst="round1Rect">
            <a:avLst>
              <a:gd fmla="val 16667" name="adj"/>
            </a:avLst>
          </a:prstGeom>
          <a:noFill/>
          <a:ln>
            <a:noFill/>
          </a:ln>
        </p:spPr>
      </p:pic>
      <p:sp>
        <p:nvSpPr>
          <p:cNvPr id="18" name="Google Shape;18;p2"/>
          <p:cNvSpPr/>
          <p:nvPr>
            <p:ph idx="7" type="pic"/>
          </p:nvPr>
        </p:nvSpPr>
        <p:spPr>
          <a:xfrm>
            <a:off x="2400" y="4169350"/>
            <a:ext cx="1464300" cy="977100"/>
          </a:xfrm>
          <a:prstGeom prst="round1Rect">
            <a:avLst>
              <a:gd fmla="val 17079"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TITLE_1">
    <p:spTree>
      <p:nvGrpSpPr>
        <p:cNvPr id="19" name="Shape 19"/>
        <p:cNvGrpSpPr/>
        <p:nvPr/>
      </p:nvGrpSpPr>
      <p:grpSpPr>
        <a:xfrm>
          <a:off x="0" y="0"/>
          <a:ext cx="0" cy="0"/>
          <a:chOff x="0" y="0"/>
          <a:chExt cx="0" cy="0"/>
        </a:xfrm>
      </p:grpSpPr>
      <p:sp>
        <p:nvSpPr>
          <p:cNvPr id="20" name="Google Shape;20;p3"/>
          <p:cNvSpPr/>
          <p:nvPr>
            <p:ph idx="2" type="pic"/>
          </p:nvPr>
        </p:nvSpPr>
        <p:spPr>
          <a:xfrm>
            <a:off x="7474525" y="283475"/>
            <a:ext cx="1386000" cy="4860000"/>
          </a:xfrm>
          <a:prstGeom prst="round2SameRect">
            <a:avLst>
              <a:gd fmla="val 16667" name="adj1"/>
              <a:gd fmla="val 0" name="adj2"/>
            </a:avLst>
          </a:prstGeom>
          <a:noFill/>
          <a:ln>
            <a:noFill/>
          </a:ln>
        </p:spPr>
      </p:sp>
      <p:sp>
        <p:nvSpPr>
          <p:cNvPr id="21" name="Google Shape;21;p3"/>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 name="Google Shape;22;p3"/>
          <p:cNvGrpSpPr/>
          <p:nvPr/>
        </p:nvGrpSpPr>
        <p:grpSpPr>
          <a:xfrm>
            <a:off x="283475" y="457201"/>
            <a:ext cx="351960" cy="352044"/>
            <a:chOff x="8489825" y="3576200"/>
            <a:chExt cx="419700" cy="419700"/>
          </a:xfrm>
        </p:grpSpPr>
        <p:sp>
          <p:nvSpPr>
            <p:cNvPr id="23" name="Google Shape;23;p3"/>
            <p:cNvSpPr/>
            <p:nvPr/>
          </p:nvSpPr>
          <p:spPr>
            <a:xfrm>
              <a:off x="8489825" y="3576200"/>
              <a:ext cx="419700" cy="419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24" name="Google Shape;24;p3"/>
            <p:cNvGrpSpPr/>
            <p:nvPr/>
          </p:nvGrpSpPr>
          <p:grpSpPr>
            <a:xfrm rot="5400000">
              <a:off x="8618161" y="3720599"/>
              <a:ext cx="143075" cy="130896"/>
              <a:chOff x="3091318" y="986129"/>
              <a:chExt cx="694200" cy="635111"/>
            </a:xfrm>
          </p:grpSpPr>
          <p:cxnSp>
            <p:nvCxnSpPr>
              <p:cNvPr id="25" name="Google Shape;25;p3"/>
              <p:cNvCxnSpPr/>
              <p:nvPr/>
            </p:nvCxnSpPr>
            <p:spPr>
              <a:xfrm rot="5400000">
                <a:off x="3149351" y="971579"/>
                <a:ext cx="573000" cy="602100"/>
              </a:xfrm>
              <a:prstGeom prst="straightConnector1">
                <a:avLst/>
              </a:prstGeom>
              <a:noFill/>
              <a:ln cap="flat" cmpd="sng" w="19050">
                <a:solidFill>
                  <a:schemeClr val="lt1"/>
                </a:solidFill>
                <a:prstDash val="solid"/>
                <a:round/>
                <a:headEnd len="sm" w="sm" type="none"/>
                <a:tailEnd len="sm" w="sm" type="none"/>
              </a:ln>
            </p:spPr>
          </p:cxnSp>
          <p:cxnSp>
            <p:nvCxnSpPr>
              <p:cNvPr id="26" name="Google Shape;26;p3"/>
              <p:cNvCxnSpPr/>
              <p:nvPr/>
            </p:nvCxnSpPr>
            <p:spPr>
              <a:xfrm>
                <a:off x="3438418" y="639095"/>
                <a:ext cx="0" cy="694200"/>
              </a:xfrm>
              <a:prstGeom prst="straightConnector1">
                <a:avLst/>
              </a:prstGeom>
              <a:noFill/>
              <a:ln cap="flat" cmpd="sng" w="19050">
                <a:solidFill>
                  <a:schemeClr val="lt1"/>
                </a:solidFill>
                <a:prstDash val="solid"/>
                <a:round/>
                <a:headEnd len="sm" w="sm" type="none"/>
                <a:tailEnd len="sm" w="sm" type="none"/>
              </a:ln>
            </p:spPr>
          </p:cxnSp>
          <p:cxnSp>
            <p:nvCxnSpPr>
              <p:cNvPr id="27" name="Google Shape;27;p3"/>
              <p:cNvCxnSpPr/>
              <p:nvPr/>
            </p:nvCxnSpPr>
            <p:spPr>
              <a:xfrm rot="5400000">
                <a:off x="3428226" y="1307590"/>
                <a:ext cx="627300" cy="0"/>
              </a:xfrm>
              <a:prstGeom prst="straightConnector1">
                <a:avLst/>
              </a:prstGeom>
              <a:noFill/>
              <a:ln cap="flat" cmpd="sng" w="19050">
                <a:solidFill>
                  <a:schemeClr val="lt1"/>
                </a:solidFill>
                <a:prstDash val="solid"/>
                <a:round/>
                <a:headEnd len="sm" w="sm" type="none"/>
                <a:tailEnd len="sm" w="sm" type="none"/>
              </a:ln>
            </p:spPr>
          </p:cxnSp>
        </p:grpSp>
      </p:grpSp>
      <p:sp>
        <p:nvSpPr>
          <p:cNvPr id="28" name="Google Shape;28;p3"/>
          <p:cNvSpPr txBox="1"/>
          <p:nvPr>
            <p:ph idx="1" type="subTitle"/>
          </p:nvPr>
        </p:nvSpPr>
        <p:spPr>
          <a:xfrm>
            <a:off x="283475" y="3087225"/>
            <a:ext cx="21846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9" name="Google Shape;29;p3"/>
          <p:cNvSpPr txBox="1"/>
          <p:nvPr>
            <p:ph idx="3" type="subTitle"/>
          </p:nvPr>
        </p:nvSpPr>
        <p:spPr>
          <a:xfrm>
            <a:off x="2597688" y="3087225"/>
            <a:ext cx="21855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30" name="Google Shape;30;p3"/>
          <p:cNvSpPr txBox="1"/>
          <p:nvPr>
            <p:ph idx="4" type="subTitle"/>
          </p:nvPr>
        </p:nvSpPr>
        <p:spPr>
          <a:xfrm>
            <a:off x="4912800" y="3087225"/>
            <a:ext cx="2185500" cy="763800"/>
          </a:xfrm>
          <a:prstGeom prst="rect">
            <a:avLst/>
          </a:prstGeom>
        </p:spPr>
        <p:txBody>
          <a:bodyPr anchorCtr="0" anchor="ctr"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3"/>
          <p:cNvSpPr txBox="1"/>
          <p:nvPr>
            <p:ph idx="5" type="subTitle"/>
          </p:nvPr>
        </p:nvSpPr>
        <p:spPr>
          <a:xfrm>
            <a:off x="293325" y="2329250"/>
            <a:ext cx="19083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2" name="Google Shape;32;p3"/>
          <p:cNvSpPr txBox="1"/>
          <p:nvPr>
            <p:ph idx="6" type="subTitle"/>
          </p:nvPr>
        </p:nvSpPr>
        <p:spPr>
          <a:xfrm>
            <a:off x="256947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3" name="Google Shape;33;p3"/>
          <p:cNvSpPr txBox="1"/>
          <p:nvPr>
            <p:ph idx="7" type="subTitle"/>
          </p:nvPr>
        </p:nvSpPr>
        <p:spPr>
          <a:xfrm>
            <a:off x="490442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4" name="Google Shape;34;p3"/>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5" name="Google Shape;35;p3"/>
          <p:cNvSpPr txBox="1"/>
          <p:nvPr>
            <p:ph type="title"/>
          </p:nvPr>
        </p:nvSpPr>
        <p:spPr>
          <a:xfrm>
            <a:off x="838525" y="427450"/>
            <a:ext cx="5827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2">
  <p:cSld name="TITLE_1_1">
    <p:spTree>
      <p:nvGrpSpPr>
        <p:cNvPr id="36" name="Shape 36"/>
        <p:cNvGrpSpPr/>
        <p:nvPr/>
      </p:nvGrpSpPr>
      <p:grpSpPr>
        <a:xfrm>
          <a:off x="0" y="0"/>
          <a:ext cx="0" cy="0"/>
          <a:chOff x="0" y="0"/>
          <a:chExt cx="0" cy="0"/>
        </a:xfrm>
      </p:grpSpPr>
      <p:sp>
        <p:nvSpPr>
          <p:cNvPr id="37" name="Google Shape;37;p4"/>
          <p:cNvSpPr/>
          <p:nvPr>
            <p:ph idx="2" type="pic"/>
          </p:nvPr>
        </p:nvSpPr>
        <p:spPr>
          <a:xfrm>
            <a:off x="7474525" y="283475"/>
            <a:ext cx="1386000" cy="4860000"/>
          </a:xfrm>
          <a:prstGeom prst="round2SameRect">
            <a:avLst>
              <a:gd fmla="val 16667" name="adj1"/>
              <a:gd fmla="val 0" name="adj2"/>
            </a:avLst>
          </a:prstGeom>
          <a:noFill/>
          <a:ln>
            <a:noFill/>
          </a:ln>
        </p:spPr>
      </p:sp>
      <p:sp>
        <p:nvSpPr>
          <p:cNvPr id="38" name="Google Shape;38;p4"/>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4"/>
          <p:cNvSpPr txBox="1"/>
          <p:nvPr>
            <p:ph idx="1" type="subTitle"/>
          </p:nvPr>
        </p:nvSpPr>
        <p:spPr>
          <a:xfrm>
            <a:off x="690043"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0" name="Google Shape;40;p4"/>
          <p:cNvSpPr txBox="1"/>
          <p:nvPr>
            <p:ph idx="3" type="subTitle"/>
          </p:nvPr>
        </p:nvSpPr>
        <p:spPr>
          <a:xfrm>
            <a:off x="3527068"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1" name="Google Shape;41;p4"/>
          <p:cNvSpPr txBox="1"/>
          <p:nvPr>
            <p:ph idx="4" type="subTitle"/>
          </p:nvPr>
        </p:nvSpPr>
        <p:spPr>
          <a:xfrm>
            <a:off x="690040"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2" name="Google Shape;42;p4"/>
          <p:cNvSpPr txBox="1"/>
          <p:nvPr>
            <p:ph idx="5" type="subTitle"/>
          </p:nvPr>
        </p:nvSpPr>
        <p:spPr>
          <a:xfrm>
            <a:off x="3527065"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3" name="Google Shape;43;p4"/>
          <p:cNvSpPr txBox="1"/>
          <p:nvPr>
            <p:ph idx="6" type="subTitle"/>
          </p:nvPr>
        </p:nvSpPr>
        <p:spPr>
          <a:xfrm>
            <a:off x="690040" y="2717894"/>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4" name="Google Shape;44;p4"/>
          <p:cNvSpPr txBox="1"/>
          <p:nvPr>
            <p:ph idx="7" type="subTitle"/>
          </p:nvPr>
        </p:nvSpPr>
        <p:spPr>
          <a:xfrm>
            <a:off x="3527065" y="2712044"/>
            <a:ext cx="409500" cy="611100"/>
          </a:xfrm>
          <a:prstGeom prst="rect">
            <a:avLst/>
          </a:prstGeom>
        </p:spPr>
        <p:txBody>
          <a:bodyPr anchorCtr="0" anchor="ctr" bIns="0" lIns="0" spcFirstLastPara="1" rIns="0" wrap="square" tIns="0">
            <a:normAutofit/>
          </a:bodyPr>
          <a:lstStyle>
            <a:lvl1pPr lvl="0">
              <a:spcBef>
                <a:spcPts val="0"/>
              </a:spcBef>
              <a:spcAft>
                <a:spcPts val="0"/>
              </a:spcAft>
              <a:buSzPts val="1400"/>
              <a:buFont typeface="Nunito Light"/>
              <a:buNone/>
              <a:defRPr>
                <a:latin typeface="Nunito Light"/>
                <a:ea typeface="Nunito Light"/>
                <a:cs typeface="Nunito Light"/>
                <a:sym typeface="Nunito Light"/>
              </a:defRPr>
            </a:lvl1pPr>
            <a:lvl2pPr lvl="1">
              <a:spcBef>
                <a:spcPts val="0"/>
              </a:spcBef>
              <a:spcAft>
                <a:spcPts val="0"/>
              </a:spcAft>
              <a:buSzPts val="1400"/>
              <a:buFont typeface="Nunito Light"/>
              <a:buNone/>
              <a:defRPr>
                <a:latin typeface="Nunito Light"/>
                <a:ea typeface="Nunito Light"/>
                <a:cs typeface="Nunito Light"/>
                <a:sym typeface="Nunito Light"/>
              </a:defRPr>
            </a:lvl2pPr>
            <a:lvl3pPr lvl="2">
              <a:spcBef>
                <a:spcPts val="0"/>
              </a:spcBef>
              <a:spcAft>
                <a:spcPts val="0"/>
              </a:spcAft>
              <a:buSzPts val="1400"/>
              <a:buFont typeface="Nunito Light"/>
              <a:buNone/>
              <a:defRPr>
                <a:latin typeface="Nunito Light"/>
                <a:ea typeface="Nunito Light"/>
                <a:cs typeface="Nunito Light"/>
                <a:sym typeface="Nunito Light"/>
              </a:defRPr>
            </a:lvl3pPr>
            <a:lvl4pPr lvl="3">
              <a:spcBef>
                <a:spcPts val="0"/>
              </a:spcBef>
              <a:spcAft>
                <a:spcPts val="0"/>
              </a:spcAft>
              <a:buSzPts val="1400"/>
              <a:buFont typeface="Nunito Light"/>
              <a:buNone/>
              <a:defRPr>
                <a:latin typeface="Nunito Light"/>
                <a:ea typeface="Nunito Light"/>
                <a:cs typeface="Nunito Light"/>
                <a:sym typeface="Nunito Light"/>
              </a:defRPr>
            </a:lvl4pPr>
            <a:lvl5pPr lvl="4">
              <a:spcBef>
                <a:spcPts val="0"/>
              </a:spcBef>
              <a:spcAft>
                <a:spcPts val="0"/>
              </a:spcAft>
              <a:buSzPts val="1400"/>
              <a:buFont typeface="Nunito Light"/>
              <a:buNone/>
              <a:defRPr>
                <a:latin typeface="Nunito Light"/>
                <a:ea typeface="Nunito Light"/>
                <a:cs typeface="Nunito Light"/>
                <a:sym typeface="Nunito Light"/>
              </a:defRPr>
            </a:lvl5pPr>
            <a:lvl6pPr lvl="5">
              <a:spcBef>
                <a:spcPts val="0"/>
              </a:spcBef>
              <a:spcAft>
                <a:spcPts val="0"/>
              </a:spcAft>
              <a:buSzPts val="1400"/>
              <a:buFont typeface="Nunito Light"/>
              <a:buNone/>
              <a:defRPr>
                <a:latin typeface="Nunito Light"/>
                <a:ea typeface="Nunito Light"/>
                <a:cs typeface="Nunito Light"/>
                <a:sym typeface="Nunito Light"/>
              </a:defRPr>
            </a:lvl6pPr>
            <a:lvl7pPr lvl="6">
              <a:spcBef>
                <a:spcPts val="0"/>
              </a:spcBef>
              <a:spcAft>
                <a:spcPts val="0"/>
              </a:spcAft>
              <a:buSzPts val="1400"/>
              <a:buFont typeface="Nunito Light"/>
              <a:buNone/>
              <a:defRPr>
                <a:latin typeface="Nunito Light"/>
                <a:ea typeface="Nunito Light"/>
                <a:cs typeface="Nunito Light"/>
                <a:sym typeface="Nunito Light"/>
              </a:defRPr>
            </a:lvl7pPr>
            <a:lvl8pPr lvl="7">
              <a:spcBef>
                <a:spcPts val="0"/>
              </a:spcBef>
              <a:spcAft>
                <a:spcPts val="0"/>
              </a:spcAft>
              <a:buSzPts val="1400"/>
              <a:buFont typeface="Nunito Light"/>
              <a:buNone/>
              <a:defRPr>
                <a:latin typeface="Nunito Light"/>
                <a:ea typeface="Nunito Light"/>
                <a:cs typeface="Nunito Light"/>
                <a:sym typeface="Nunito Light"/>
              </a:defRPr>
            </a:lvl8pPr>
            <a:lvl9pPr lvl="8">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5" name="Google Shape;45;p4"/>
          <p:cNvSpPr txBox="1"/>
          <p:nvPr>
            <p:ph idx="8" type="subTitle"/>
          </p:nvPr>
        </p:nvSpPr>
        <p:spPr>
          <a:xfrm>
            <a:off x="120390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6" name="Google Shape;46;p4"/>
          <p:cNvSpPr txBox="1"/>
          <p:nvPr>
            <p:ph idx="9" type="subTitle"/>
          </p:nvPr>
        </p:nvSpPr>
        <p:spPr>
          <a:xfrm>
            <a:off x="1203900" y="21061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7" name="Google Shape;47;p4"/>
          <p:cNvSpPr txBox="1"/>
          <p:nvPr>
            <p:ph idx="13" type="subTitle"/>
          </p:nvPr>
        </p:nvSpPr>
        <p:spPr>
          <a:xfrm>
            <a:off x="120390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8" name="Google Shape;48;p4"/>
          <p:cNvSpPr txBox="1"/>
          <p:nvPr>
            <p:ph idx="14" type="subTitle"/>
          </p:nvPr>
        </p:nvSpPr>
        <p:spPr>
          <a:xfrm>
            <a:off x="403855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9" name="Google Shape;49;p4"/>
          <p:cNvSpPr txBox="1"/>
          <p:nvPr>
            <p:ph idx="15" type="subTitle"/>
          </p:nvPr>
        </p:nvSpPr>
        <p:spPr>
          <a:xfrm>
            <a:off x="4038550" y="2103120"/>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0" name="Google Shape;50;p4"/>
          <p:cNvSpPr txBox="1"/>
          <p:nvPr>
            <p:ph idx="16" type="subTitle"/>
          </p:nvPr>
        </p:nvSpPr>
        <p:spPr>
          <a:xfrm>
            <a:off x="403855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1" name="Google Shape;51;p4"/>
          <p:cNvSpPr txBox="1"/>
          <p:nvPr>
            <p:ph idx="17" type="subTitle"/>
          </p:nvPr>
        </p:nvSpPr>
        <p:spPr>
          <a:xfrm>
            <a:off x="690040" y="332554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2" name="Google Shape;52;p4"/>
          <p:cNvSpPr txBox="1"/>
          <p:nvPr>
            <p:ph idx="18" type="subTitle"/>
          </p:nvPr>
        </p:nvSpPr>
        <p:spPr>
          <a:xfrm>
            <a:off x="3527065" y="331969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3" name="Google Shape;53;p4"/>
          <p:cNvSpPr txBox="1"/>
          <p:nvPr>
            <p:ph idx="19" type="subTitle"/>
          </p:nvPr>
        </p:nvSpPr>
        <p:spPr>
          <a:xfrm>
            <a:off x="1203900" y="3328416"/>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4" name="Google Shape;54;p4"/>
          <p:cNvSpPr txBox="1"/>
          <p:nvPr>
            <p:ph idx="20" type="subTitle"/>
          </p:nvPr>
        </p:nvSpPr>
        <p:spPr>
          <a:xfrm>
            <a:off x="4038550" y="33192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5" name="Google Shape;55;p4"/>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56" name="Google Shape;56;p4"/>
          <p:cNvSpPr txBox="1"/>
          <p:nvPr>
            <p:ph type="title"/>
          </p:nvPr>
        </p:nvSpPr>
        <p:spPr>
          <a:xfrm>
            <a:off x="283475" y="475500"/>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Font typeface="Manrope"/>
              <a:buNone/>
              <a:defRPr sz="3000"/>
            </a:lvl1pPr>
            <a:lvl2pPr lvl="1">
              <a:spcBef>
                <a:spcPts val="0"/>
              </a:spcBef>
              <a:spcAft>
                <a:spcPts val="0"/>
              </a:spcAft>
              <a:buSzPts val="3000"/>
              <a:buFont typeface="Manrope"/>
              <a:buNone/>
              <a:defRPr sz="3000"/>
            </a:lvl2pPr>
            <a:lvl3pPr lvl="2">
              <a:spcBef>
                <a:spcPts val="0"/>
              </a:spcBef>
              <a:spcAft>
                <a:spcPts val="0"/>
              </a:spcAft>
              <a:buSzPts val="3000"/>
              <a:buFont typeface="Manrope"/>
              <a:buNone/>
              <a:defRPr sz="3000"/>
            </a:lvl3pPr>
            <a:lvl4pPr lvl="3">
              <a:spcBef>
                <a:spcPts val="0"/>
              </a:spcBef>
              <a:spcAft>
                <a:spcPts val="0"/>
              </a:spcAft>
              <a:buSzPts val="3000"/>
              <a:buFont typeface="Manrope"/>
              <a:buNone/>
              <a:defRPr sz="3000"/>
            </a:lvl4pPr>
            <a:lvl5pPr lvl="4">
              <a:spcBef>
                <a:spcPts val="0"/>
              </a:spcBef>
              <a:spcAft>
                <a:spcPts val="0"/>
              </a:spcAft>
              <a:buSzPts val="3000"/>
              <a:buFont typeface="Manrope"/>
              <a:buNone/>
              <a:defRPr sz="3000"/>
            </a:lvl5pPr>
            <a:lvl6pPr lvl="5">
              <a:spcBef>
                <a:spcPts val="0"/>
              </a:spcBef>
              <a:spcAft>
                <a:spcPts val="0"/>
              </a:spcAft>
              <a:buSzPts val="3000"/>
              <a:buFont typeface="Manrope"/>
              <a:buNone/>
              <a:defRPr sz="3000"/>
            </a:lvl6pPr>
            <a:lvl7pPr lvl="6">
              <a:spcBef>
                <a:spcPts val="0"/>
              </a:spcBef>
              <a:spcAft>
                <a:spcPts val="0"/>
              </a:spcAft>
              <a:buSzPts val="3000"/>
              <a:buFont typeface="Manrope"/>
              <a:buNone/>
              <a:defRPr sz="3000"/>
            </a:lvl7pPr>
            <a:lvl8pPr lvl="7">
              <a:spcBef>
                <a:spcPts val="0"/>
              </a:spcBef>
              <a:spcAft>
                <a:spcPts val="0"/>
              </a:spcAft>
              <a:buSzPts val="3000"/>
              <a:buFont typeface="Manrope"/>
              <a:buNone/>
              <a:defRPr sz="3000"/>
            </a:lvl8pPr>
            <a:lvl9pPr lvl="8">
              <a:spcBef>
                <a:spcPts val="0"/>
              </a:spcBef>
              <a:spcAft>
                <a:spcPts val="0"/>
              </a:spcAft>
              <a:buSzPts val="3000"/>
              <a:buFont typeface="Manrope"/>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3 cards">
  <p:cSld name="CUSTOM_1">
    <p:spTree>
      <p:nvGrpSpPr>
        <p:cNvPr id="57" name="Shape 57"/>
        <p:cNvGrpSpPr/>
        <p:nvPr/>
      </p:nvGrpSpPr>
      <p:grpSpPr>
        <a:xfrm>
          <a:off x="0" y="0"/>
          <a:ext cx="0" cy="0"/>
          <a:chOff x="0" y="0"/>
          <a:chExt cx="0" cy="0"/>
        </a:xfrm>
      </p:grpSpPr>
      <p:sp>
        <p:nvSpPr>
          <p:cNvPr id="58" name="Google Shape;58;p5"/>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60" name="Google Shape;60;p5"/>
          <p:cNvSpPr/>
          <p:nvPr>
            <p:ph idx="2" type="pic"/>
          </p:nvPr>
        </p:nvSpPr>
        <p:spPr>
          <a:xfrm>
            <a:off x="283475" y="1426475"/>
            <a:ext cx="2760300" cy="1812300"/>
          </a:xfrm>
          <a:prstGeom prst="round2SameRect">
            <a:avLst>
              <a:gd fmla="val 16667" name="adj1"/>
              <a:gd fmla="val 0" name="adj2"/>
            </a:avLst>
          </a:prstGeom>
          <a:noFill/>
          <a:ln>
            <a:noFill/>
          </a:ln>
        </p:spPr>
      </p:sp>
      <p:sp>
        <p:nvSpPr>
          <p:cNvPr id="61" name="Google Shape;61;p5"/>
          <p:cNvSpPr/>
          <p:nvPr>
            <p:ph idx="3" type="pic"/>
          </p:nvPr>
        </p:nvSpPr>
        <p:spPr>
          <a:xfrm>
            <a:off x="3191850" y="1426475"/>
            <a:ext cx="2760300" cy="1812300"/>
          </a:xfrm>
          <a:prstGeom prst="round2SameRect">
            <a:avLst>
              <a:gd fmla="val 16667" name="adj1"/>
              <a:gd fmla="val 0" name="adj2"/>
            </a:avLst>
          </a:prstGeom>
          <a:noFill/>
          <a:ln>
            <a:noFill/>
          </a:ln>
        </p:spPr>
      </p:sp>
      <p:sp>
        <p:nvSpPr>
          <p:cNvPr id="62" name="Google Shape;62;p5"/>
          <p:cNvSpPr/>
          <p:nvPr>
            <p:ph idx="4" type="pic"/>
          </p:nvPr>
        </p:nvSpPr>
        <p:spPr>
          <a:xfrm>
            <a:off x="6100225" y="1426475"/>
            <a:ext cx="2760300" cy="1812300"/>
          </a:xfrm>
          <a:prstGeom prst="round2SameRect">
            <a:avLst>
              <a:gd fmla="val 16667" name="adj1"/>
              <a:gd fmla="val 0" name="adj2"/>
            </a:avLst>
          </a:prstGeom>
          <a:noFill/>
          <a:ln>
            <a:noFill/>
          </a:ln>
        </p:spPr>
      </p:sp>
      <p:sp>
        <p:nvSpPr>
          <p:cNvPr id="63" name="Google Shape;63;p5"/>
          <p:cNvSpPr txBox="1"/>
          <p:nvPr>
            <p:ph idx="5" type="subTitle"/>
          </p:nvPr>
        </p:nvSpPr>
        <p:spPr>
          <a:xfrm>
            <a:off x="475500" y="3383025"/>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4" name="Google Shape;64;p5"/>
          <p:cNvSpPr txBox="1"/>
          <p:nvPr>
            <p:ph idx="6" type="subTitle"/>
          </p:nvPr>
        </p:nvSpPr>
        <p:spPr>
          <a:xfrm>
            <a:off x="47302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5" name="Google Shape;65;p5"/>
          <p:cNvSpPr txBox="1"/>
          <p:nvPr>
            <p:ph idx="7" type="subTitle"/>
          </p:nvPr>
        </p:nvSpPr>
        <p:spPr>
          <a:xfrm>
            <a:off x="47550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6" name="Google Shape;66;p5"/>
          <p:cNvSpPr txBox="1"/>
          <p:nvPr>
            <p:ph idx="8" type="subTitle"/>
          </p:nvPr>
        </p:nvSpPr>
        <p:spPr>
          <a:xfrm>
            <a:off x="3381050"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7" name="Google Shape;67;p5"/>
          <p:cNvSpPr txBox="1"/>
          <p:nvPr>
            <p:ph idx="9" type="subTitle"/>
          </p:nvPr>
        </p:nvSpPr>
        <p:spPr>
          <a:xfrm>
            <a:off x="337857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8" name="Google Shape;68;p5"/>
          <p:cNvSpPr txBox="1"/>
          <p:nvPr>
            <p:ph idx="13" type="subTitle"/>
          </p:nvPr>
        </p:nvSpPr>
        <p:spPr>
          <a:xfrm>
            <a:off x="338105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9" name="Google Shape;69;p5"/>
          <p:cNvSpPr txBox="1"/>
          <p:nvPr>
            <p:ph idx="14" type="subTitle"/>
          </p:nvPr>
        </p:nvSpPr>
        <p:spPr>
          <a:xfrm>
            <a:off x="6286575"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0" name="Google Shape;70;p5"/>
          <p:cNvSpPr txBox="1"/>
          <p:nvPr>
            <p:ph idx="15" type="subTitle"/>
          </p:nvPr>
        </p:nvSpPr>
        <p:spPr>
          <a:xfrm>
            <a:off x="6284100"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71" name="Google Shape;71;p5"/>
          <p:cNvSpPr txBox="1"/>
          <p:nvPr>
            <p:ph idx="16" type="subTitle"/>
          </p:nvPr>
        </p:nvSpPr>
        <p:spPr>
          <a:xfrm>
            <a:off x="6286575"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6 cards">
  <p:cSld name="CUSTOM_1_1">
    <p:spTree>
      <p:nvGrpSpPr>
        <p:cNvPr id="72" name="Shape 72"/>
        <p:cNvGrpSpPr/>
        <p:nvPr/>
      </p:nvGrpSpPr>
      <p:grpSpPr>
        <a:xfrm>
          <a:off x="0" y="0"/>
          <a:ext cx="0" cy="0"/>
          <a:chOff x="0" y="0"/>
          <a:chExt cx="0" cy="0"/>
        </a:xfrm>
      </p:grpSpPr>
      <p:sp>
        <p:nvSpPr>
          <p:cNvPr id="73" name="Google Shape;73;p6"/>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75" name="Google Shape;75;p6"/>
          <p:cNvSpPr/>
          <p:nvPr>
            <p:ph idx="2" type="pic"/>
          </p:nvPr>
        </p:nvSpPr>
        <p:spPr>
          <a:xfrm>
            <a:off x="283475" y="1629400"/>
            <a:ext cx="1367400" cy="1487100"/>
          </a:xfrm>
          <a:prstGeom prst="round2SameRect">
            <a:avLst>
              <a:gd fmla="val 16879" name="adj1"/>
              <a:gd fmla="val 0" name="adj2"/>
            </a:avLst>
          </a:prstGeom>
          <a:noFill/>
          <a:ln>
            <a:noFill/>
          </a:ln>
        </p:spPr>
      </p:sp>
      <p:sp>
        <p:nvSpPr>
          <p:cNvPr id="76" name="Google Shape;76;p6"/>
          <p:cNvSpPr txBox="1"/>
          <p:nvPr>
            <p:ph idx="3" type="subTitle"/>
          </p:nvPr>
        </p:nvSpPr>
        <p:spPr>
          <a:xfrm>
            <a:off x="475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7" name="Google Shape;77;p6"/>
          <p:cNvSpPr txBox="1"/>
          <p:nvPr>
            <p:ph idx="4" type="subTitle"/>
          </p:nvPr>
        </p:nvSpPr>
        <p:spPr>
          <a:xfrm>
            <a:off x="473025"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78" name="Google Shape;78;p6"/>
          <p:cNvSpPr/>
          <p:nvPr>
            <p:ph idx="5" type="pic"/>
          </p:nvPr>
        </p:nvSpPr>
        <p:spPr>
          <a:xfrm>
            <a:off x="1725638" y="1629400"/>
            <a:ext cx="1367400" cy="1487100"/>
          </a:xfrm>
          <a:prstGeom prst="round2SameRect">
            <a:avLst>
              <a:gd fmla="val 16879" name="adj1"/>
              <a:gd fmla="val 0" name="adj2"/>
            </a:avLst>
          </a:prstGeom>
          <a:noFill/>
          <a:ln>
            <a:noFill/>
          </a:ln>
        </p:spPr>
      </p:sp>
      <p:sp>
        <p:nvSpPr>
          <p:cNvPr id="79" name="Google Shape;79;p6"/>
          <p:cNvSpPr txBox="1"/>
          <p:nvPr>
            <p:ph idx="6" type="subTitle"/>
          </p:nvPr>
        </p:nvSpPr>
        <p:spPr>
          <a:xfrm>
            <a:off x="1917675" y="3133274"/>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0" name="Google Shape;80;p6"/>
          <p:cNvSpPr txBox="1"/>
          <p:nvPr>
            <p:ph idx="7" type="subTitle"/>
          </p:nvPr>
        </p:nvSpPr>
        <p:spPr>
          <a:xfrm>
            <a:off x="19151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1" name="Google Shape;81;p6"/>
          <p:cNvSpPr/>
          <p:nvPr>
            <p:ph idx="8" type="pic"/>
          </p:nvPr>
        </p:nvSpPr>
        <p:spPr>
          <a:xfrm>
            <a:off x="3167463" y="1629400"/>
            <a:ext cx="1367400" cy="1487100"/>
          </a:xfrm>
          <a:prstGeom prst="round2SameRect">
            <a:avLst>
              <a:gd fmla="val 16879" name="adj1"/>
              <a:gd fmla="val 0" name="adj2"/>
            </a:avLst>
          </a:prstGeom>
          <a:noFill/>
          <a:ln>
            <a:noFill/>
          </a:ln>
        </p:spPr>
      </p:sp>
      <p:sp>
        <p:nvSpPr>
          <p:cNvPr id="82" name="Google Shape;82;p6"/>
          <p:cNvSpPr txBox="1"/>
          <p:nvPr>
            <p:ph idx="9" type="subTitle"/>
          </p:nvPr>
        </p:nvSpPr>
        <p:spPr>
          <a:xfrm>
            <a:off x="3359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3" name="Google Shape;83;p6"/>
          <p:cNvSpPr txBox="1"/>
          <p:nvPr>
            <p:ph idx="13" type="subTitle"/>
          </p:nvPr>
        </p:nvSpPr>
        <p:spPr>
          <a:xfrm>
            <a:off x="3357013"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4" name="Google Shape;84;p6"/>
          <p:cNvSpPr/>
          <p:nvPr>
            <p:ph idx="14" type="pic"/>
          </p:nvPr>
        </p:nvSpPr>
        <p:spPr>
          <a:xfrm>
            <a:off x="4609300" y="1629400"/>
            <a:ext cx="1367400" cy="1487100"/>
          </a:xfrm>
          <a:prstGeom prst="round2SameRect">
            <a:avLst>
              <a:gd fmla="val 16879" name="adj1"/>
              <a:gd fmla="val 0" name="adj2"/>
            </a:avLst>
          </a:prstGeom>
          <a:noFill/>
          <a:ln>
            <a:noFill/>
          </a:ln>
        </p:spPr>
      </p:sp>
      <p:sp>
        <p:nvSpPr>
          <p:cNvPr id="85" name="Google Shape;85;p6"/>
          <p:cNvSpPr txBox="1"/>
          <p:nvPr>
            <p:ph idx="15" type="subTitle"/>
          </p:nvPr>
        </p:nvSpPr>
        <p:spPr>
          <a:xfrm>
            <a:off x="4801325" y="3116499"/>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6" name="Google Shape;86;p6"/>
          <p:cNvSpPr txBox="1"/>
          <p:nvPr>
            <p:ph idx="16" type="subTitle"/>
          </p:nvPr>
        </p:nvSpPr>
        <p:spPr>
          <a:xfrm>
            <a:off x="4798850"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7" name="Google Shape;87;p6"/>
          <p:cNvSpPr/>
          <p:nvPr>
            <p:ph idx="17" type="pic"/>
          </p:nvPr>
        </p:nvSpPr>
        <p:spPr>
          <a:xfrm>
            <a:off x="6051138" y="1629400"/>
            <a:ext cx="1367400" cy="1487100"/>
          </a:xfrm>
          <a:prstGeom prst="round2SameRect">
            <a:avLst>
              <a:gd fmla="val 16879" name="adj1"/>
              <a:gd fmla="val 0" name="adj2"/>
            </a:avLst>
          </a:prstGeom>
          <a:noFill/>
          <a:ln>
            <a:noFill/>
          </a:ln>
        </p:spPr>
      </p:sp>
      <p:sp>
        <p:nvSpPr>
          <p:cNvPr id="88" name="Google Shape;88;p6"/>
          <p:cNvSpPr txBox="1"/>
          <p:nvPr>
            <p:ph idx="18" type="subTitle"/>
          </p:nvPr>
        </p:nvSpPr>
        <p:spPr>
          <a:xfrm>
            <a:off x="6243175" y="3116474"/>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9" name="Google Shape;89;p6"/>
          <p:cNvSpPr txBox="1"/>
          <p:nvPr>
            <p:ph idx="19" type="subTitle"/>
          </p:nvPr>
        </p:nvSpPr>
        <p:spPr>
          <a:xfrm>
            <a:off x="62406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90" name="Google Shape;90;p6"/>
          <p:cNvSpPr/>
          <p:nvPr>
            <p:ph idx="20" type="pic"/>
          </p:nvPr>
        </p:nvSpPr>
        <p:spPr>
          <a:xfrm>
            <a:off x="7492988" y="1629400"/>
            <a:ext cx="1367400" cy="1487100"/>
          </a:xfrm>
          <a:prstGeom prst="round2SameRect">
            <a:avLst>
              <a:gd fmla="val 16879" name="adj1"/>
              <a:gd fmla="val 0" name="adj2"/>
            </a:avLst>
          </a:prstGeom>
          <a:noFill/>
          <a:ln>
            <a:noFill/>
          </a:ln>
        </p:spPr>
      </p:sp>
      <p:sp>
        <p:nvSpPr>
          <p:cNvPr id="91" name="Google Shape;91;p6"/>
          <p:cNvSpPr txBox="1"/>
          <p:nvPr>
            <p:ph idx="21" type="subTitle"/>
          </p:nvPr>
        </p:nvSpPr>
        <p:spPr>
          <a:xfrm>
            <a:off x="7685025" y="3116475"/>
            <a:ext cx="10356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92" name="Google Shape;92;p6"/>
          <p:cNvSpPr txBox="1"/>
          <p:nvPr>
            <p:ph idx="22" type="subTitle"/>
          </p:nvPr>
        </p:nvSpPr>
        <p:spPr>
          <a:xfrm>
            <a:off x="768253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1">
  <p:cSld name="TITLE_ONLY_2">
    <p:spTree>
      <p:nvGrpSpPr>
        <p:cNvPr id="93" name="Shape 93"/>
        <p:cNvGrpSpPr/>
        <p:nvPr/>
      </p:nvGrpSpPr>
      <p:grpSpPr>
        <a:xfrm>
          <a:off x="0" y="0"/>
          <a:ext cx="0" cy="0"/>
          <a:chOff x="0" y="0"/>
          <a:chExt cx="0" cy="0"/>
        </a:xfrm>
      </p:grpSpPr>
      <p:sp>
        <p:nvSpPr>
          <p:cNvPr id="94" name="Google Shape;94;p7"/>
          <p:cNvSpPr txBox="1"/>
          <p:nvPr>
            <p:ph idx="1" type="body"/>
          </p:nvPr>
        </p:nvSpPr>
        <p:spPr>
          <a:xfrm>
            <a:off x="7211300" y="247090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5" name="Google Shape;95;p7"/>
          <p:cNvSpPr txBox="1"/>
          <p:nvPr>
            <p:ph idx="2" type="body"/>
          </p:nvPr>
        </p:nvSpPr>
        <p:spPr>
          <a:xfrm>
            <a:off x="7211300" y="3003697"/>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6" name="Google Shape;96;p7"/>
          <p:cNvSpPr txBox="1"/>
          <p:nvPr>
            <p:ph idx="3" type="body"/>
          </p:nvPr>
        </p:nvSpPr>
        <p:spPr>
          <a:xfrm>
            <a:off x="7211300" y="3538053"/>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7" name="Google Shape;97;p7"/>
          <p:cNvSpPr txBox="1"/>
          <p:nvPr>
            <p:ph idx="4" type="body"/>
          </p:nvPr>
        </p:nvSpPr>
        <p:spPr>
          <a:xfrm>
            <a:off x="7211300" y="4075455"/>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8" name="Google Shape;98;p7"/>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7"/>
          <p:cNvSpPr txBox="1"/>
          <p:nvPr>
            <p:ph idx="5"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00" name="Google Shape;100;p7"/>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1" name="Google Shape;101;p7"/>
          <p:cNvSpPr txBox="1"/>
          <p:nvPr>
            <p:ph idx="6" type="subTitle"/>
          </p:nvPr>
        </p:nvSpPr>
        <p:spPr>
          <a:xfrm>
            <a:off x="409850" y="246712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2" name="Google Shape;102;p7"/>
          <p:cNvSpPr txBox="1"/>
          <p:nvPr>
            <p:ph idx="7" type="subTitle"/>
          </p:nvPr>
        </p:nvSpPr>
        <p:spPr>
          <a:xfrm>
            <a:off x="409850" y="300148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3" name="Google Shape;103;p7"/>
          <p:cNvSpPr txBox="1"/>
          <p:nvPr>
            <p:ph idx="8" type="subTitle"/>
          </p:nvPr>
        </p:nvSpPr>
        <p:spPr>
          <a:xfrm>
            <a:off x="409850" y="3535857"/>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4" name="Google Shape;104;p7"/>
          <p:cNvSpPr txBox="1"/>
          <p:nvPr>
            <p:ph idx="9" type="subTitle"/>
          </p:nvPr>
        </p:nvSpPr>
        <p:spPr>
          <a:xfrm>
            <a:off x="409850" y="4070229"/>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5" name="Google Shape;105;p7"/>
          <p:cNvSpPr txBox="1"/>
          <p:nvPr>
            <p:ph idx="13" type="subTitle"/>
          </p:nvPr>
        </p:nvSpPr>
        <p:spPr>
          <a:xfrm>
            <a:off x="409850" y="4604601"/>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6" name="Google Shape;106;p7"/>
          <p:cNvSpPr txBox="1"/>
          <p:nvPr>
            <p:ph idx="14" type="subTitle"/>
          </p:nvPr>
        </p:nvSpPr>
        <p:spPr>
          <a:xfrm>
            <a:off x="25248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7" name="Google Shape;107;p7"/>
          <p:cNvSpPr txBox="1"/>
          <p:nvPr>
            <p:ph idx="15" type="subTitle"/>
          </p:nvPr>
        </p:nvSpPr>
        <p:spPr>
          <a:xfrm>
            <a:off x="4138800"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8" name="Google Shape;108;p7"/>
          <p:cNvSpPr txBox="1"/>
          <p:nvPr>
            <p:ph idx="16" type="subTitle"/>
          </p:nvPr>
        </p:nvSpPr>
        <p:spPr>
          <a:xfrm>
            <a:off x="56710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9" name="Google Shape;109;p7"/>
          <p:cNvSpPr txBox="1"/>
          <p:nvPr>
            <p:ph idx="17" type="subTitle"/>
          </p:nvPr>
        </p:nvSpPr>
        <p:spPr>
          <a:xfrm>
            <a:off x="7230083" y="1989300"/>
            <a:ext cx="1793100" cy="1215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10" name="Google Shape;110;p7"/>
          <p:cNvSpPr txBox="1"/>
          <p:nvPr>
            <p:ph idx="18" type="subTitle"/>
          </p:nvPr>
        </p:nvSpPr>
        <p:spPr>
          <a:xfrm>
            <a:off x="2443075"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1" name="Google Shape;111;p7"/>
          <p:cNvSpPr txBox="1"/>
          <p:nvPr>
            <p:ph idx="19" type="subTitle"/>
          </p:nvPr>
        </p:nvSpPr>
        <p:spPr>
          <a:xfrm>
            <a:off x="2443075"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2" name="Google Shape;112;p7"/>
          <p:cNvSpPr txBox="1"/>
          <p:nvPr>
            <p:ph idx="20" type="subTitle"/>
          </p:nvPr>
        </p:nvSpPr>
        <p:spPr>
          <a:xfrm>
            <a:off x="2443075"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3" name="Google Shape;113;p7"/>
          <p:cNvSpPr txBox="1"/>
          <p:nvPr>
            <p:ph idx="21" type="subTitle"/>
          </p:nvPr>
        </p:nvSpPr>
        <p:spPr>
          <a:xfrm>
            <a:off x="2443075"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4" name="Google Shape;114;p7"/>
          <p:cNvSpPr txBox="1"/>
          <p:nvPr>
            <p:ph idx="22" type="subTitle"/>
          </p:nvPr>
        </p:nvSpPr>
        <p:spPr>
          <a:xfrm>
            <a:off x="2443075"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5" name="Google Shape;115;p7"/>
          <p:cNvSpPr txBox="1"/>
          <p:nvPr>
            <p:ph idx="23" type="subTitle"/>
          </p:nvPr>
        </p:nvSpPr>
        <p:spPr>
          <a:xfrm>
            <a:off x="40570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6" name="Google Shape;116;p7"/>
          <p:cNvSpPr txBox="1"/>
          <p:nvPr>
            <p:ph idx="24" type="subTitle"/>
          </p:nvPr>
        </p:nvSpPr>
        <p:spPr>
          <a:xfrm>
            <a:off x="40570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7" name="Google Shape;117;p7"/>
          <p:cNvSpPr txBox="1"/>
          <p:nvPr>
            <p:ph idx="25" type="subTitle"/>
          </p:nvPr>
        </p:nvSpPr>
        <p:spPr>
          <a:xfrm>
            <a:off x="40570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8" name="Google Shape;118;p7"/>
          <p:cNvSpPr txBox="1"/>
          <p:nvPr>
            <p:ph idx="26" type="subTitle"/>
          </p:nvPr>
        </p:nvSpPr>
        <p:spPr>
          <a:xfrm>
            <a:off x="40570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9" name="Google Shape;119;p7"/>
          <p:cNvSpPr txBox="1"/>
          <p:nvPr>
            <p:ph idx="27" type="subTitle"/>
          </p:nvPr>
        </p:nvSpPr>
        <p:spPr>
          <a:xfrm>
            <a:off x="40570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0" name="Google Shape;120;p7"/>
          <p:cNvSpPr txBox="1"/>
          <p:nvPr>
            <p:ph idx="28" type="subTitle"/>
          </p:nvPr>
        </p:nvSpPr>
        <p:spPr>
          <a:xfrm>
            <a:off x="55897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1" name="Google Shape;121;p7"/>
          <p:cNvSpPr txBox="1"/>
          <p:nvPr>
            <p:ph idx="29" type="subTitle"/>
          </p:nvPr>
        </p:nvSpPr>
        <p:spPr>
          <a:xfrm>
            <a:off x="55897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2" name="Google Shape;122;p7"/>
          <p:cNvSpPr txBox="1"/>
          <p:nvPr>
            <p:ph idx="30" type="subTitle"/>
          </p:nvPr>
        </p:nvSpPr>
        <p:spPr>
          <a:xfrm>
            <a:off x="55897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3" name="Google Shape;123;p7"/>
          <p:cNvSpPr txBox="1"/>
          <p:nvPr>
            <p:ph idx="31" type="subTitle"/>
          </p:nvPr>
        </p:nvSpPr>
        <p:spPr>
          <a:xfrm>
            <a:off x="55897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4" name="Google Shape;124;p7"/>
          <p:cNvSpPr txBox="1"/>
          <p:nvPr>
            <p:ph idx="32" type="subTitle"/>
          </p:nvPr>
        </p:nvSpPr>
        <p:spPr>
          <a:xfrm>
            <a:off x="55897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5" name="Google Shape;125;p7"/>
          <p:cNvSpPr txBox="1"/>
          <p:nvPr>
            <p:ph idx="33" type="body"/>
          </p:nvPr>
        </p:nvSpPr>
        <p:spPr>
          <a:xfrm>
            <a:off x="7211300" y="460815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2">
  <p:cSld name="TITLE_ONLY_2_1">
    <p:spTree>
      <p:nvGrpSpPr>
        <p:cNvPr id="126" name="Shape 126"/>
        <p:cNvGrpSpPr/>
        <p:nvPr/>
      </p:nvGrpSpPr>
      <p:grpSpPr>
        <a:xfrm>
          <a:off x="0" y="0"/>
          <a:ext cx="0" cy="0"/>
          <a:chOff x="0" y="0"/>
          <a:chExt cx="0" cy="0"/>
        </a:xfrm>
      </p:grpSpPr>
      <p:sp>
        <p:nvSpPr>
          <p:cNvPr id="127" name="Google Shape;127;p8"/>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cxnSp>
        <p:nvCxnSpPr>
          <p:cNvPr id="128" name="Google Shape;128;p8"/>
          <p:cNvCxnSpPr/>
          <p:nvPr/>
        </p:nvCxnSpPr>
        <p:spPr>
          <a:xfrm>
            <a:off x="1301425" y="306340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29" name="Google Shape;129;p8"/>
          <p:cNvCxnSpPr/>
          <p:nvPr/>
        </p:nvCxnSpPr>
        <p:spPr>
          <a:xfrm>
            <a:off x="1301425" y="347022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0" name="Google Shape;130;p8"/>
          <p:cNvCxnSpPr/>
          <p:nvPr/>
        </p:nvCxnSpPr>
        <p:spPr>
          <a:xfrm>
            <a:off x="1301425" y="387705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1" name="Google Shape;131;p8"/>
          <p:cNvCxnSpPr/>
          <p:nvPr/>
        </p:nvCxnSpPr>
        <p:spPr>
          <a:xfrm>
            <a:off x="1301425" y="428387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2" name="Google Shape;132;p8"/>
          <p:cNvCxnSpPr/>
          <p:nvPr/>
        </p:nvCxnSpPr>
        <p:spPr>
          <a:xfrm>
            <a:off x="1301425" y="4685000"/>
            <a:ext cx="7614000" cy="0"/>
          </a:xfrm>
          <a:prstGeom prst="straightConnector1">
            <a:avLst/>
          </a:prstGeom>
          <a:noFill/>
          <a:ln cap="flat" cmpd="sng" w="9525">
            <a:solidFill>
              <a:schemeClr val="dk2"/>
            </a:solidFill>
            <a:prstDash val="dot"/>
            <a:round/>
            <a:headEnd len="med" w="med" type="none"/>
            <a:tailEnd len="med" w="med" type="none"/>
          </a:ln>
        </p:spPr>
      </p:cxnSp>
      <p:sp>
        <p:nvSpPr>
          <p:cNvPr id="133" name="Google Shape;133;p8"/>
          <p:cNvSpPr txBox="1"/>
          <p:nvPr>
            <p:ph idx="1" type="subTitle"/>
          </p:nvPr>
        </p:nvSpPr>
        <p:spPr>
          <a:xfrm>
            <a:off x="360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4" name="Google Shape;134;p8"/>
          <p:cNvSpPr txBox="1"/>
          <p:nvPr>
            <p:ph idx="2" type="subTitle"/>
          </p:nvPr>
        </p:nvSpPr>
        <p:spPr>
          <a:xfrm>
            <a:off x="35401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5" name="Google Shape;135;p8"/>
          <p:cNvSpPr txBox="1"/>
          <p:nvPr>
            <p:ph idx="3" type="subTitle"/>
          </p:nvPr>
        </p:nvSpPr>
        <p:spPr>
          <a:xfrm>
            <a:off x="6206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6" name="Google Shape;136;p8"/>
          <p:cNvSpPr txBox="1"/>
          <p:nvPr>
            <p:ph idx="4" type="subTitle"/>
          </p:nvPr>
        </p:nvSpPr>
        <p:spPr>
          <a:xfrm>
            <a:off x="228600" y="2990096"/>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7" name="Google Shape;137;p8"/>
          <p:cNvSpPr txBox="1"/>
          <p:nvPr>
            <p:ph idx="5" type="subTitle"/>
          </p:nvPr>
        </p:nvSpPr>
        <p:spPr>
          <a:xfrm>
            <a:off x="228600" y="3385928"/>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8" name="Google Shape;138;p8"/>
          <p:cNvSpPr txBox="1"/>
          <p:nvPr>
            <p:ph idx="6" type="subTitle"/>
          </p:nvPr>
        </p:nvSpPr>
        <p:spPr>
          <a:xfrm>
            <a:off x="228600" y="3793667"/>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9" name="Google Shape;139;p8"/>
          <p:cNvSpPr txBox="1"/>
          <p:nvPr>
            <p:ph idx="7" type="subTitle"/>
          </p:nvPr>
        </p:nvSpPr>
        <p:spPr>
          <a:xfrm>
            <a:off x="228600" y="420539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0" name="Google Shape;140;p8"/>
          <p:cNvSpPr txBox="1"/>
          <p:nvPr>
            <p:ph idx="8" type="subTitle"/>
          </p:nvPr>
        </p:nvSpPr>
        <p:spPr>
          <a:xfrm>
            <a:off x="228600" y="460804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1" name="Google Shape;141;p8"/>
          <p:cNvSpPr txBox="1"/>
          <p:nvPr>
            <p:ph idx="9"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and description">
  <p:cSld name="ONE_COLUMN_TEXT_1">
    <p:spTree>
      <p:nvGrpSpPr>
        <p:cNvPr id="142" name="Shape 142"/>
        <p:cNvGrpSpPr/>
        <p:nvPr/>
      </p:nvGrpSpPr>
      <p:grpSpPr>
        <a:xfrm>
          <a:off x="0" y="0"/>
          <a:ext cx="0" cy="0"/>
          <a:chOff x="0" y="0"/>
          <a:chExt cx="0" cy="0"/>
        </a:xfrm>
      </p:grpSpPr>
      <p:sp>
        <p:nvSpPr>
          <p:cNvPr id="143" name="Google Shape;143;p9"/>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45" name="Google Shape;145;p9"/>
          <p:cNvSpPr txBox="1"/>
          <p:nvPr>
            <p:ph idx="2" type="subTitle"/>
          </p:nvPr>
        </p:nvSpPr>
        <p:spPr>
          <a:xfrm>
            <a:off x="475500" y="203002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6" name="Google Shape;146;p9"/>
          <p:cNvSpPr txBox="1"/>
          <p:nvPr>
            <p:ph idx="3" type="subTitle"/>
          </p:nvPr>
        </p:nvSpPr>
        <p:spPr>
          <a:xfrm>
            <a:off x="475500" y="3058650"/>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7" name="Google Shape;147;p9"/>
          <p:cNvSpPr txBox="1"/>
          <p:nvPr>
            <p:ph idx="4" type="subTitle"/>
          </p:nvPr>
        </p:nvSpPr>
        <p:spPr>
          <a:xfrm>
            <a:off x="475500" y="408727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8" name="Google Shape;148;p9"/>
          <p:cNvSpPr txBox="1"/>
          <p:nvPr>
            <p:ph idx="5" type="subTitle"/>
          </p:nvPr>
        </p:nvSpPr>
        <p:spPr>
          <a:xfrm>
            <a:off x="4663450" y="2280000"/>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49" name="Google Shape;149;p9"/>
          <p:cNvSpPr txBox="1"/>
          <p:nvPr>
            <p:ph idx="6" type="subTitle"/>
          </p:nvPr>
        </p:nvSpPr>
        <p:spPr>
          <a:xfrm>
            <a:off x="4663450" y="327782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0" name="Google Shape;150;p9"/>
          <p:cNvSpPr txBox="1"/>
          <p:nvPr>
            <p:ph idx="7" type="subTitle"/>
          </p:nvPr>
        </p:nvSpPr>
        <p:spPr>
          <a:xfrm>
            <a:off x="4663450" y="431337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1" name="Google Shape;151;p9"/>
          <p:cNvSpPr txBox="1"/>
          <p:nvPr>
            <p:ph type="title"/>
          </p:nvPr>
        </p:nvSpPr>
        <p:spPr>
          <a:xfrm>
            <a:off x="283475" y="639721"/>
            <a:ext cx="5498100" cy="596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highlights">
  <p:cSld name="CUSTOM_3">
    <p:spTree>
      <p:nvGrpSpPr>
        <p:cNvPr id="152" name="Shape 152"/>
        <p:cNvGrpSpPr/>
        <p:nvPr/>
      </p:nvGrpSpPr>
      <p:grpSpPr>
        <a:xfrm>
          <a:off x="0" y="0"/>
          <a:ext cx="0" cy="0"/>
          <a:chOff x="0" y="0"/>
          <a:chExt cx="0" cy="0"/>
        </a:xfrm>
      </p:grpSpPr>
      <p:sp>
        <p:nvSpPr>
          <p:cNvPr id="153" name="Google Shape;153;p10"/>
          <p:cNvSpPr/>
          <p:nvPr>
            <p:ph idx="2" type="pic"/>
          </p:nvPr>
        </p:nvSpPr>
        <p:spPr>
          <a:xfrm rot="-5400000">
            <a:off x="6233650" y="2232175"/>
            <a:ext cx="3345000" cy="2488800"/>
          </a:xfrm>
          <a:prstGeom prst="round1Rect">
            <a:avLst>
              <a:gd fmla="val 9806" name="adj"/>
            </a:avLst>
          </a:prstGeom>
          <a:noFill/>
          <a:ln>
            <a:noFill/>
          </a:ln>
        </p:spPr>
      </p:sp>
      <p:sp>
        <p:nvSpPr>
          <p:cNvPr id="154" name="Google Shape;154;p10"/>
          <p:cNvSpPr/>
          <p:nvPr/>
        </p:nvSpPr>
        <p:spPr>
          <a:xfrm rot="-5400000">
            <a:off x="1762625" y="324225"/>
            <a:ext cx="3339000" cy="6297300"/>
          </a:xfrm>
          <a:prstGeom prst="round1Rect">
            <a:avLst>
              <a:gd fmla="val 8032" name="adj"/>
            </a:avLst>
          </a:prstGeom>
          <a:solidFill>
            <a:schemeClr val="lt1"/>
          </a:solidFill>
          <a:ln>
            <a:noFill/>
          </a:ln>
          <a:effectLst>
            <a:outerShdw blurRad="171450" rotWithShape="0" algn="bl" dir="13440000" dist="114300">
              <a:schemeClr val="dk1">
                <a:alpha val="392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155" name="Google Shape;155;p10"/>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56" name="Google Shape;156;p10"/>
          <p:cNvSpPr txBox="1"/>
          <p:nvPr>
            <p:ph type="title"/>
          </p:nvPr>
        </p:nvSpPr>
        <p:spPr>
          <a:xfrm>
            <a:off x="283475" y="639721"/>
            <a:ext cx="6382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57" name="Google Shape;157;p10"/>
          <p:cNvSpPr txBox="1"/>
          <p:nvPr>
            <p:ph idx="3" type="subTitle"/>
          </p:nvPr>
        </p:nvSpPr>
        <p:spPr>
          <a:xfrm>
            <a:off x="631750" y="2233000"/>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8" name="Google Shape;158;p10"/>
          <p:cNvSpPr txBox="1"/>
          <p:nvPr>
            <p:ph idx="4" type="subTitle"/>
          </p:nvPr>
        </p:nvSpPr>
        <p:spPr>
          <a:xfrm>
            <a:off x="631750" y="2920148"/>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9" name="Google Shape;159;p10"/>
          <p:cNvSpPr txBox="1"/>
          <p:nvPr>
            <p:ph idx="5" type="subTitle"/>
          </p:nvPr>
        </p:nvSpPr>
        <p:spPr>
          <a:xfrm>
            <a:off x="631750" y="3626375"/>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0" name="Google Shape;160;p10"/>
          <p:cNvSpPr txBox="1"/>
          <p:nvPr>
            <p:ph idx="6" type="subTitle"/>
          </p:nvPr>
        </p:nvSpPr>
        <p:spPr>
          <a:xfrm>
            <a:off x="631750" y="4350794"/>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1" name="Google Shape;161;p10"/>
          <p:cNvSpPr txBox="1"/>
          <p:nvPr>
            <p:ph idx="7" type="subTitle"/>
          </p:nvPr>
        </p:nvSpPr>
        <p:spPr>
          <a:xfrm>
            <a:off x="1034951" y="2230436"/>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2" name="Google Shape;162;p10"/>
          <p:cNvSpPr txBox="1"/>
          <p:nvPr>
            <p:ph idx="8" type="subTitle"/>
          </p:nvPr>
        </p:nvSpPr>
        <p:spPr>
          <a:xfrm>
            <a:off x="1034951" y="2920148"/>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3" name="Google Shape;163;p10"/>
          <p:cNvSpPr txBox="1"/>
          <p:nvPr>
            <p:ph idx="9" type="subTitle"/>
          </p:nvPr>
        </p:nvSpPr>
        <p:spPr>
          <a:xfrm>
            <a:off x="1034951" y="3626375"/>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4" name="Google Shape;164;p10"/>
          <p:cNvSpPr txBox="1"/>
          <p:nvPr>
            <p:ph idx="13" type="subTitle"/>
          </p:nvPr>
        </p:nvSpPr>
        <p:spPr>
          <a:xfrm>
            <a:off x="1034951" y="4350794"/>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5" name="Google Shape;165;p10"/>
          <p:cNvSpPr txBox="1"/>
          <p:nvPr>
            <p:ph idx="14" type="subTitle"/>
          </p:nvPr>
        </p:nvSpPr>
        <p:spPr>
          <a:xfrm>
            <a:off x="2565575" y="2204175"/>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6" name="Google Shape;166;p10"/>
          <p:cNvSpPr txBox="1"/>
          <p:nvPr>
            <p:ph idx="15" type="subTitle"/>
          </p:nvPr>
        </p:nvSpPr>
        <p:spPr>
          <a:xfrm>
            <a:off x="2565575" y="2919881"/>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7" name="Google Shape;167;p10"/>
          <p:cNvSpPr txBox="1"/>
          <p:nvPr>
            <p:ph idx="16" type="subTitle"/>
          </p:nvPr>
        </p:nvSpPr>
        <p:spPr>
          <a:xfrm>
            <a:off x="2565575" y="3635670"/>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8" name="Google Shape;168;p10"/>
          <p:cNvSpPr txBox="1"/>
          <p:nvPr>
            <p:ph idx="17" type="subTitle"/>
          </p:nvPr>
        </p:nvSpPr>
        <p:spPr>
          <a:xfrm>
            <a:off x="2565575" y="4350299"/>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1">
  <p:cSld name="CUSTOM_4">
    <p:spTree>
      <p:nvGrpSpPr>
        <p:cNvPr id="169" name="Shape 169"/>
        <p:cNvGrpSpPr/>
        <p:nvPr/>
      </p:nvGrpSpPr>
      <p:grpSpPr>
        <a:xfrm>
          <a:off x="0" y="0"/>
          <a:ext cx="0" cy="0"/>
          <a:chOff x="0" y="0"/>
          <a:chExt cx="0" cy="0"/>
        </a:xfrm>
      </p:grpSpPr>
      <p:sp>
        <p:nvSpPr>
          <p:cNvPr id="170" name="Google Shape;170;p11"/>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1" name="Google Shape;171;p11"/>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2" name="Google Shape;172;p11"/>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3" name="Google Shape;173;p11"/>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74" name="Google Shape;174;p11"/>
          <p:cNvSpPr txBox="1"/>
          <p:nvPr>
            <p:ph idx="4"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2">
  <p:cSld name="CUSTOM_4_1">
    <p:spTree>
      <p:nvGrpSpPr>
        <p:cNvPr id="175" name="Shape 175"/>
        <p:cNvGrpSpPr/>
        <p:nvPr/>
      </p:nvGrpSpPr>
      <p:grpSpPr>
        <a:xfrm>
          <a:off x="0" y="0"/>
          <a:ext cx="0" cy="0"/>
          <a:chOff x="0" y="0"/>
          <a:chExt cx="0" cy="0"/>
        </a:xfrm>
      </p:grpSpPr>
      <p:sp>
        <p:nvSpPr>
          <p:cNvPr id="176" name="Google Shape;176;p12"/>
          <p:cNvSpPr txBox="1"/>
          <p:nvPr>
            <p:ph idx="1"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7" name="Google Shape;177;p12"/>
          <p:cNvSpPr txBox="1"/>
          <p:nvPr>
            <p:ph idx="2"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
        <p:nvSpPr>
          <p:cNvPr id="178" name="Google Shape;178;p12"/>
          <p:cNvSpPr txBox="1"/>
          <p:nvPr>
            <p:ph idx="3"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9" name="Google Shape;179;p12"/>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0" name="Google Shape;180;p12"/>
          <p:cNvSpPr txBox="1"/>
          <p:nvPr>
            <p:ph idx="4"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3">
  <p:cSld name="CUSTOM_4_1_1">
    <p:spTree>
      <p:nvGrpSpPr>
        <p:cNvPr id="181" name="Shape 181"/>
        <p:cNvGrpSpPr/>
        <p:nvPr/>
      </p:nvGrpSpPr>
      <p:grpSpPr>
        <a:xfrm>
          <a:off x="0" y="0"/>
          <a:ext cx="0" cy="0"/>
          <a:chOff x="0" y="0"/>
          <a:chExt cx="0" cy="0"/>
        </a:xfrm>
      </p:grpSpPr>
      <p:sp>
        <p:nvSpPr>
          <p:cNvPr id="182" name="Google Shape;182;p13"/>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3" name="Google Shape;183;p13"/>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4" name="Google Shape;184;p13"/>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85" name="Google Shape;185;p13"/>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4">
  <p:cSld name="CUSTOM_4_1_1_1">
    <p:spTree>
      <p:nvGrpSpPr>
        <p:cNvPr id="186" name="Shape 186"/>
        <p:cNvGrpSpPr/>
        <p:nvPr/>
      </p:nvGrpSpPr>
      <p:grpSpPr>
        <a:xfrm>
          <a:off x="0" y="0"/>
          <a:ext cx="0" cy="0"/>
          <a:chOff x="0" y="0"/>
          <a:chExt cx="0" cy="0"/>
        </a:xfrm>
      </p:grpSpPr>
      <p:sp>
        <p:nvSpPr>
          <p:cNvPr id="187" name="Google Shape;187;p14"/>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8" name="Google Shape;188;p14"/>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9" name="Google Shape;189;p14"/>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0" name="Google Shape;190;p14"/>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Four cards">
  <p:cSld name="CUSTOM_6">
    <p:spTree>
      <p:nvGrpSpPr>
        <p:cNvPr id="191" name="Shape 191"/>
        <p:cNvGrpSpPr/>
        <p:nvPr/>
      </p:nvGrpSpPr>
      <p:grpSpPr>
        <a:xfrm>
          <a:off x="0" y="0"/>
          <a:ext cx="0" cy="0"/>
          <a:chOff x="0" y="0"/>
          <a:chExt cx="0" cy="0"/>
        </a:xfrm>
      </p:grpSpPr>
      <p:sp>
        <p:nvSpPr>
          <p:cNvPr id="192" name="Google Shape;192;p1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93" name="Google Shape;193;p15"/>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94" name="Google Shape;194;p15"/>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5" name="Google Shape;195;p15"/>
          <p:cNvSpPr txBox="1"/>
          <p:nvPr>
            <p:ph idx="3" type="title"/>
          </p:nvPr>
        </p:nvSpPr>
        <p:spPr>
          <a:xfrm>
            <a:off x="4930500" y="11862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6" name="Google Shape;196;p15"/>
          <p:cNvSpPr txBox="1"/>
          <p:nvPr>
            <p:ph idx="4" type="title"/>
          </p:nvPr>
        </p:nvSpPr>
        <p:spPr>
          <a:xfrm>
            <a:off x="4930600" y="22863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7" name="Google Shape;197;p15"/>
          <p:cNvSpPr txBox="1"/>
          <p:nvPr>
            <p:ph idx="5" type="title"/>
          </p:nvPr>
        </p:nvSpPr>
        <p:spPr>
          <a:xfrm>
            <a:off x="7011675"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8" name="Google Shape;198;p15"/>
          <p:cNvSpPr txBox="1"/>
          <p:nvPr>
            <p:ph idx="6" type="title"/>
          </p:nvPr>
        </p:nvSpPr>
        <p:spPr>
          <a:xfrm>
            <a:off x="4865200"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point">
  <p:cSld name="CUSTOM_7">
    <p:spTree>
      <p:nvGrpSpPr>
        <p:cNvPr id="199" name="Shape 199"/>
        <p:cNvGrpSpPr/>
        <p:nvPr/>
      </p:nvGrpSpPr>
      <p:grpSpPr>
        <a:xfrm>
          <a:off x="0" y="0"/>
          <a:ext cx="0" cy="0"/>
          <a:chOff x="0" y="0"/>
          <a:chExt cx="0" cy="0"/>
        </a:xfrm>
      </p:grpSpPr>
      <p:sp>
        <p:nvSpPr>
          <p:cNvPr id="200" name="Google Shape;200;p16"/>
          <p:cNvSpPr/>
          <p:nvPr>
            <p:ph idx="2" type="pic"/>
          </p:nvPr>
        </p:nvSpPr>
        <p:spPr>
          <a:xfrm rot="-5400000">
            <a:off x="5139125" y="859575"/>
            <a:ext cx="4863600" cy="3144900"/>
          </a:xfrm>
          <a:prstGeom prst="round2SameRect">
            <a:avLst>
              <a:gd fmla="val 9992" name="adj1"/>
              <a:gd fmla="val 0" name="adj2"/>
            </a:avLst>
          </a:prstGeom>
          <a:noFill/>
          <a:ln>
            <a:noFill/>
          </a:ln>
        </p:spPr>
      </p:sp>
      <p:sp>
        <p:nvSpPr>
          <p:cNvPr id="201" name="Google Shape;201;p16"/>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2" name="Google Shape;202;p1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03" name="Google Shape;203;p16"/>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4" name="Google Shape;204;p16"/>
          <p:cNvSpPr txBox="1"/>
          <p:nvPr>
            <p:ph idx="3" type="body"/>
          </p:nvPr>
        </p:nvSpPr>
        <p:spPr>
          <a:xfrm>
            <a:off x="283475" y="1894950"/>
            <a:ext cx="2862000" cy="2341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5" name="Google Shape;205;p16"/>
          <p:cNvSpPr txBox="1"/>
          <p:nvPr>
            <p:ph idx="4" type="title"/>
          </p:nvPr>
        </p:nvSpPr>
        <p:spPr>
          <a:xfrm>
            <a:off x="6227075" y="283475"/>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 point">
  <p:cSld name="CUSTOM_7_1">
    <p:spTree>
      <p:nvGrpSpPr>
        <p:cNvPr id="206" name="Shape 206"/>
        <p:cNvGrpSpPr/>
        <p:nvPr/>
      </p:nvGrpSpPr>
      <p:grpSpPr>
        <a:xfrm>
          <a:off x="0" y="0"/>
          <a:ext cx="0" cy="0"/>
          <a:chOff x="0" y="0"/>
          <a:chExt cx="0" cy="0"/>
        </a:xfrm>
      </p:grpSpPr>
      <p:sp>
        <p:nvSpPr>
          <p:cNvPr id="207" name="Google Shape;207;p17"/>
          <p:cNvSpPr/>
          <p:nvPr>
            <p:ph idx="2" type="pic"/>
          </p:nvPr>
        </p:nvSpPr>
        <p:spPr>
          <a:xfrm rot="-5400000">
            <a:off x="5674775" y="1373600"/>
            <a:ext cx="3801900" cy="3154500"/>
          </a:xfrm>
          <a:prstGeom prst="round2SameRect">
            <a:avLst>
              <a:gd fmla="val 9723" name="adj1"/>
              <a:gd fmla="val 0" name="adj2"/>
            </a:avLst>
          </a:prstGeom>
          <a:noFill/>
          <a:ln>
            <a:noFill/>
          </a:ln>
        </p:spPr>
      </p:sp>
      <p:sp>
        <p:nvSpPr>
          <p:cNvPr id="208" name="Google Shape;208;p17"/>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9" name="Google Shape;209;p17"/>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0" name="Google Shape;210;p17"/>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1" name="Google Shape;211;p17"/>
          <p:cNvSpPr txBox="1"/>
          <p:nvPr>
            <p:ph idx="3"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2" name="Google Shape;212;p17"/>
          <p:cNvSpPr txBox="1"/>
          <p:nvPr>
            <p:ph idx="4" type="title"/>
          </p:nvPr>
        </p:nvSpPr>
        <p:spPr>
          <a:xfrm>
            <a:off x="6228700" y="1043650"/>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rd point">
  <p:cSld name="CUSTOM_7_1_1">
    <p:spTree>
      <p:nvGrpSpPr>
        <p:cNvPr id="213" name="Shape 213"/>
        <p:cNvGrpSpPr/>
        <p:nvPr/>
      </p:nvGrpSpPr>
      <p:grpSpPr>
        <a:xfrm>
          <a:off x="0" y="0"/>
          <a:ext cx="0" cy="0"/>
          <a:chOff x="0" y="0"/>
          <a:chExt cx="0" cy="0"/>
        </a:xfrm>
      </p:grpSpPr>
      <p:sp>
        <p:nvSpPr>
          <p:cNvPr id="214" name="Google Shape;214;p18"/>
          <p:cNvSpPr/>
          <p:nvPr>
            <p:ph idx="2" type="pic"/>
          </p:nvPr>
        </p:nvSpPr>
        <p:spPr>
          <a:xfrm rot="-5400000">
            <a:off x="6262325" y="1964700"/>
            <a:ext cx="2621100" cy="3148800"/>
          </a:xfrm>
          <a:prstGeom prst="round2SameRect">
            <a:avLst>
              <a:gd fmla="val 10388" name="adj1"/>
              <a:gd fmla="val 0" name="adj2"/>
            </a:avLst>
          </a:prstGeom>
          <a:noFill/>
          <a:ln>
            <a:noFill/>
          </a:ln>
        </p:spPr>
      </p:sp>
      <p:sp>
        <p:nvSpPr>
          <p:cNvPr id="215" name="Google Shape;215;p18"/>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16" name="Google Shape;216;p18"/>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7" name="Google Shape;217;p18"/>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8" name="Google Shape;218;p18"/>
          <p:cNvSpPr txBox="1"/>
          <p:nvPr>
            <p:ph idx="3" type="title"/>
          </p:nvPr>
        </p:nvSpPr>
        <p:spPr>
          <a:xfrm>
            <a:off x="6227075" y="221928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9" name="Google Shape;219;p18"/>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th point">
  <p:cSld name="CUSTOM_7_1_1_1">
    <p:spTree>
      <p:nvGrpSpPr>
        <p:cNvPr id="220" name="Shape 220"/>
        <p:cNvGrpSpPr/>
        <p:nvPr/>
      </p:nvGrpSpPr>
      <p:grpSpPr>
        <a:xfrm>
          <a:off x="0" y="0"/>
          <a:ext cx="0" cy="0"/>
          <a:chOff x="0" y="0"/>
          <a:chExt cx="0" cy="0"/>
        </a:xfrm>
      </p:grpSpPr>
      <p:sp>
        <p:nvSpPr>
          <p:cNvPr id="221" name="Google Shape;221;p19"/>
          <p:cNvSpPr/>
          <p:nvPr>
            <p:ph idx="2" type="pic"/>
          </p:nvPr>
        </p:nvSpPr>
        <p:spPr>
          <a:xfrm rot="-5400000">
            <a:off x="6550925" y="2253300"/>
            <a:ext cx="2043900" cy="3148800"/>
          </a:xfrm>
          <a:prstGeom prst="round2SameRect">
            <a:avLst>
              <a:gd fmla="val 16857" name="adj1"/>
              <a:gd fmla="val 0" name="adj2"/>
            </a:avLst>
          </a:prstGeom>
          <a:noFill/>
          <a:ln>
            <a:noFill/>
          </a:ln>
        </p:spPr>
      </p:sp>
      <p:sp>
        <p:nvSpPr>
          <p:cNvPr id="222" name="Google Shape;222;p19"/>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23" name="Google Shape;223;p1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24" name="Google Shape;224;p19"/>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5" name="Google Shape;225;p19"/>
          <p:cNvSpPr txBox="1"/>
          <p:nvPr>
            <p:ph idx="3" type="title"/>
          </p:nvPr>
        </p:nvSpPr>
        <p:spPr>
          <a:xfrm>
            <a:off x="6227075" y="280393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6" name="Google Shape;226;p19"/>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1">
  <p:cSld name="BLANK_1_1_1_1_1_1_1_1_1_1_1_1_1_1">
    <p:spTree>
      <p:nvGrpSpPr>
        <p:cNvPr id="227" name="Shape 227"/>
        <p:cNvGrpSpPr/>
        <p:nvPr/>
      </p:nvGrpSpPr>
      <p:grpSpPr>
        <a:xfrm>
          <a:off x="0" y="0"/>
          <a:ext cx="0" cy="0"/>
          <a:chOff x="0" y="0"/>
          <a:chExt cx="0" cy="0"/>
        </a:xfrm>
      </p:grpSpPr>
      <p:sp>
        <p:nvSpPr>
          <p:cNvPr id="228" name="Google Shape;228;p20"/>
          <p:cNvSpPr txBox="1"/>
          <p:nvPr>
            <p:ph idx="1" type="subTitle"/>
          </p:nvPr>
        </p:nvSpPr>
        <p:spPr>
          <a:xfrm>
            <a:off x="3723650" y="2030100"/>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29" name="Google Shape;229;p20"/>
          <p:cNvSpPr txBox="1"/>
          <p:nvPr>
            <p:ph idx="2" type="subTitle"/>
          </p:nvPr>
        </p:nvSpPr>
        <p:spPr>
          <a:xfrm>
            <a:off x="6383575" y="2030100"/>
            <a:ext cx="25317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30" name="Google Shape;230;p20"/>
          <p:cNvSpPr txBox="1"/>
          <p:nvPr>
            <p:ph idx="3"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1" name="Google Shape;231;p20"/>
          <p:cNvSpPr txBox="1"/>
          <p:nvPr>
            <p:ph type="title"/>
          </p:nvPr>
        </p:nvSpPr>
        <p:spPr>
          <a:xfrm>
            <a:off x="283475" y="639725"/>
            <a:ext cx="56346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2" name="Google Shape;232;p20"/>
          <p:cNvSpPr txBox="1"/>
          <p:nvPr>
            <p:ph idx="4"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3" name="Google Shape;233;p20"/>
          <p:cNvSpPr txBox="1"/>
          <p:nvPr>
            <p:ph idx="5" type="body"/>
          </p:nvPr>
        </p:nvSpPr>
        <p:spPr>
          <a:xfrm>
            <a:off x="3723650"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4" name="Google Shape;234;p20"/>
          <p:cNvSpPr txBox="1"/>
          <p:nvPr>
            <p:ph idx="6" type="body"/>
          </p:nvPr>
        </p:nvSpPr>
        <p:spPr>
          <a:xfrm>
            <a:off x="6383575"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p:cSld name="BLANK_1_1_1_1_1_1_1_1_1_1_1_1_1_1_3">
    <p:spTree>
      <p:nvGrpSpPr>
        <p:cNvPr id="235" name="Shape 235"/>
        <p:cNvGrpSpPr/>
        <p:nvPr/>
      </p:nvGrpSpPr>
      <p:grpSpPr>
        <a:xfrm>
          <a:off x="0" y="0"/>
          <a:ext cx="0" cy="0"/>
          <a:chOff x="0" y="0"/>
          <a:chExt cx="0" cy="0"/>
        </a:xfrm>
      </p:grpSpPr>
      <p:sp>
        <p:nvSpPr>
          <p:cNvPr id="236" name="Google Shape;236;p21"/>
          <p:cNvSpPr txBox="1"/>
          <p:nvPr>
            <p:ph idx="1" type="subTitle"/>
          </p:nvPr>
        </p:nvSpPr>
        <p:spPr>
          <a:xfrm>
            <a:off x="3723650" y="3965632"/>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37" name="Google Shape;237;p21"/>
          <p:cNvSpPr txBox="1"/>
          <p:nvPr>
            <p:ph idx="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8" name="Google Shape;238;p21"/>
          <p:cNvSpPr txBox="1"/>
          <p:nvPr>
            <p:ph type="title"/>
          </p:nvPr>
        </p:nvSpPr>
        <p:spPr>
          <a:xfrm>
            <a:off x="283475" y="639725"/>
            <a:ext cx="5634600" cy="572100"/>
          </a:xfrm>
          <a:prstGeom prst="rect">
            <a:avLst/>
          </a:prstGeom>
        </p:spPr>
        <p:txBody>
          <a:bodyPr anchorCtr="0" anchor="t" bIns="0" lIns="0" spcFirstLastPara="1" rIns="0" wrap="square" tIns="0">
            <a:sp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9" name="Google Shape;239;p21"/>
          <p:cNvSpPr txBox="1"/>
          <p:nvPr>
            <p:ph idx="3"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0" name="Google Shape;240;p21"/>
          <p:cNvSpPr txBox="1"/>
          <p:nvPr>
            <p:ph idx="4" type="body"/>
          </p:nvPr>
        </p:nvSpPr>
        <p:spPr>
          <a:xfrm>
            <a:off x="3723650" y="4262850"/>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1" name="Google Shape;241;p21"/>
          <p:cNvSpPr/>
          <p:nvPr>
            <p:ph idx="5" type="pic"/>
          </p:nvPr>
        </p:nvSpPr>
        <p:spPr>
          <a:xfrm>
            <a:off x="3739925" y="2065425"/>
            <a:ext cx="2451900" cy="1606500"/>
          </a:xfrm>
          <a:prstGeom prst="roundRect">
            <a:avLst>
              <a:gd fmla="val 16667" name="adj"/>
            </a:avLst>
          </a:prstGeom>
          <a:noFill/>
          <a:ln>
            <a:noFill/>
          </a:ln>
        </p:spPr>
      </p:sp>
      <p:sp>
        <p:nvSpPr>
          <p:cNvPr id="242" name="Google Shape;242;p21"/>
          <p:cNvSpPr txBox="1"/>
          <p:nvPr>
            <p:ph idx="6" type="subTitle"/>
          </p:nvPr>
        </p:nvSpPr>
        <p:spPr>
          <a:xfrm>
            <a:off x="6383725" y="3965632"/>
            <a:ext cx="24045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43" name="Google Shape;243;p21"/>
          <p:cNvSpPr txBox="1"/>
          <p:nvPr>
            <p:ph idx="7" type="body"/>
          </p:nvPr>
        </p:nvSpPr>
        <p:spPr>
          <a:xfrm>
            <a:off x="6383725" y="4262856"/>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4" name="Google Shape;244;p21"/>
          <p:cNvSpPr/>
          <p:nvPr>
            <p:ph idx="8" type="pic"/>
          </p:nvPr>
        </p:nvSpPr>
        <p:spPr>
          <a:xfrm>
            <a:off x="6400000" y="2065425"/>
            <a:ext cx="2451900" cy="16065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 ALT 1">
  <p:cSld name="BLANK_1_1_1_1_1_1_1_1_1_1_1_1_1_1_2_1">
    <p:spTree>
      <p:nvGrpSpPr>
        <p:cNvPr id="245" name="Shape 245"/>
        <p:cNvGrpSpPr/>
        <p:nvPr/>
      </p:nvGrpSpPr>
      <p:grpSpPr>
        <a:xfrm>
          <a:off x="0" y="0"/>
          <a:ext cx="0" cy="0"/>
          <a:chOff x="0" y="0"/>
          <a:chExt cx="0" cy="0"/>
        </a:xfrm>
      </p:grpSpPr>
      <p:sp>
        <p:nvSpPr>
          <p:cNvPr id="246" name="Google Shape;246;p22"/>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47" name="Google Shape;247;p22"/>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8" name="Google Shape;248;p22"/>
          <p:cNvSpPr txBox="1"/>
          <p:nvPr>
            <p:ph idx="2"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9" name="Google Shape;249;p22"/>
          <p:cNvSpPr/>
          <p:nvPr>
            <p:ph idx="3" type="pic"/>
          </p:nvPr>
        </p:nvSpPr>
        <p:spPr>
          <a:xfrm>
            <a:off x="3741400" y="2029650"/>
            <a:ext cx="830700" cy="1275900"/>
          </a:xfrm>
          <a:prstGeom prst="roundRect">
            <a:avLst>
              <a:gd fmla="val 16667" name="adj"/>
            </a:avLst>
          </a:prstGeom>
          <a:noFill/>
          <a:ln>
            <a:noFill/>
          </a:ln>
        </p:spPr>
      </p:sp>
      <p:sp>
        <p:nvSpPr>
          <p:cNvPr id="250" name="Google Shape;250;p22"/>
          <p:cNvSpPr txBox="1"/>
          <p:nvPr>
            <p:ph idx="4" type="subTitle"/>
          </p:nvPr>
        </p:nvSpPr>
        <p:spPr>
          <a:xfrm>
            <a:off x="4663450" y="2224674"/>
            <a:ext cx="3235200" cy="681300"/>
          </a:xfrm>
          <a:prstGeom prst="rect">
            <a:avLst/>
          </a:prstGeom>
        </p:spPr>
        <p:txBody>
          <a:bodyPr anchorCtr="0" anchor="ctr"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1" name="Google Shape;251;p22"/>
          <p:cNvSpPr txBox="1"/>
          <p:nvPr>
            <p:ph idx="5" type="subTitle"/>
          </p:nvPr>
        </p:nvSpPr>
        <p:spPr>
          <a:xfrm>
            <a:off x="4663450" y="2988200"/>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2" name="Google Shape;252;p22"/>
          <p:cNvSpPr/>
          <p:nvPr>
            <p:ph idx="6" type="pic"/>
          </p:nvPr>
        </p:nvSpPr>
        <p:spPr>
          <a:xfrm>
            <a:off x="3741400" y="3579575"/>
            <a:ext cx="830700" cy="1275900"/>
          </a:xfrm>
          <a:prstGeom prst="roundRect">
            <a:avLst>
              <a:gd fmla="val 16667" name="adj"/>
            </a:avLst>
          </a:prstGeom>
          <a:noFill/>
          <a:ln>
            <a:noFill/>
          </a:ln>
        </p:spPr>
      </p:sp>
      <p:sp>
        <p:nvSpPr>
          <p:cNvPr id="253" name="Google Shape;253;p22"/>
          <p:cNvSpPr txBox="1"/>
          <p:nvPr>
            <p:ph idx="7" type="subTitle"/>
          </p:nvPr>
        </p:nvSpPr>
        <p:spPr>
          <a:xfrm>
            <a:off x="4663450" y="3774599"/>
            <a:ext cx="3235200" cy="681300"/>
          </a:xfrm>
          <a:prstGeom prst="rect">
            <a:avLst/>
          </a:prstGeom>
        </p:spPr>
        <p:txBody>
          <a:bodyPr anchorCtr="0" anchor="ctr"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4" name="Google Shape;254;p22"/>
          <p:cNvSpPr txBox="1"/>
          <p:nvPr>
            <p:ph idx="8" type="subTitle"/>
          </p:nvPr>
        </p:nvSpPr>
        <p:spPr>
          <a:xfrm>
            <a:off x="4663450" y="4538125"/>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spTree>
      <p:nvGrpSpPr>
        <p:cNvPr id="255" name="Shape 255"/>
        <p:cNvGrpSpPr/>
        <p:nvPr/>
      </p:nvGrpSpPr>
      <p:grpSpPr>
        <a:xfrm>
          <a:off x="0" y="0"/>
          <a:ext cx="0" cy="0"/>
          <a:chOff x="0" y="0"/>
          <a:chExt cx="0" cy="0"/>
        </a:xfrm>
      </p:grpSpPr>
      <p:pic>
        <p:nvPicPr>
          <p:cNvPr descr="Marble texture (Provided by Getty Images)" id="256" name="Google Shape;256;p23"/>
          <p:cNvPicPr preferRelativeResize="0"/>
          <p:nvPr/>
        </p:nvPicPr>
        <p:blipFill rotWithShape="1">
          <a:blip r:embed="rId2">
            <a:alphaModFix amt="43000"/>
          </a:blip>
          <a:srcRect b="39598" l="23975" r="45677" t="45068"/>
          <a:stretch/>
        </p:blipFill>
        <p:spPr>
          <a:xfrm rot="-5400000">
            <a:off x="8049675" y="1220925"/>
            <a:ext cx="1246200" cy="945000"/>
          </a:xfrm>
          <a:prstGeom prst="round2SameRect">
            <a:avLst>
              <a:gd fmla="val 16667" name="adj1"/>
              <a:gd fmla="val 0" name="adj2"/>
            </a:avLst>
          </a:prstGeom>
          <a:noFill/>
          <a:ln>
            <a:noFill/>
          </a:ln>
        </p:spPr>
      </p:pic>
      <p:sp>
        <p:nvSpPr>
          <p:cNvPr id="257" name="Google Shape;257;p23"/>
          <p:cNvSpPr/>
          <p:nvPr/>
        </p:nvSpPr>
        <p:spPr>
          <a:xfrm rot="5400000">
            <a:off x="1643775" y="-1478850"/>
            <a:ext cx="4814700" cy="8102400"/>
          </a:xfrm>
          <a:prstGeom prst="round1Rect">
            <a:avLst>
              <a:gd fmla="val 4842" name="adj"/>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pic>
        <p:nvPicPr>
          <p:cNvPr descr="marble (Provided by Getty Images)" id="258" name="Google Shape;258;p23"/>
          <p:cNvPicPr preferRelativeResize="0"/>
          <p:nvPr/>
        </p:nvPicPr>
        <p:blipFill rotWithShape="1">
          <a:blip r:embed="rId3">
            <a:alphaModFix/>
          </a:blip>
          <a:srcRect b="75852" l="26764" r="46015" t="4842"/>
          <a:stretch/>
        </p:blipFill>
        <p:spPr>
          <a:xfrm rot="10800000">
            <a:off x="8200200" y="-1450"/>
            <a:ext cx="943800" cy="1011600"/>
          </a:xfrm>
          <a:prstGeom prst="round1Rect">
            <a:avLst>
              <a:gd fmla="val 15319" name="adj"/>
            </a:avLst>
          </a:prstGeom>
          <a:noFill/>
          <a:ln>
            <a:noFill/>
          </a:ln>
        </p:spPr>
      </p:pic>
      <p:pic>
        <p:nvPicPr>
          <p:cNvPr descr="Marble texture (Provided by Getty Images)" id="259" name="Google Shape;259;p23"/>
          <p:cNvPicPr preferRelativeResize="0"/>
          <p:nvPr/>
        </p:nvPicPr>
        <p:blipFill rotWithShape="1">
          <a:blip r:embed="rId4">
            <a:alphaModFix amt="62000"/>
          </a:blip>
          <a:srcRect b="16416" l="33342" r="31410" t="63092"/>
          <a:stretch/>
        </p:blipFill>
        <p:spPr>
          <a:xfrm rot="-5400000">
            <a:off x="8040825" y="2543525"/>
            <a:ext cx="1267500" cy="948600"/>
          </a:xfrm>
          <a:prstGeom prst="round2SameRect">
            <a:avLst>
              <a:gd fmla="val 16667" name="adj1"/>
              <a:gd fmla="val 0" name="adj2"/>
            </a:avLst>
          </a:prstGeom>
          <a:noFill/>
          <a:ln>
            <a:noFill/>
          </a:ln>
        </p:spPr>
      </p:pic>
      <p:pic>
        <p:nvPicPr>
          <p:cNvPr descr="Marble texture (Provided by Getty Images)" id="260" name="Google Shape;260;p23"/>
          <p:cNvPicPr preferRelativeResize="0"/>
          <p:nvPr/>
        </p:nvPicPr>
        <p:blipFill rotWithShape="1">
          <a:blip r:embed="rId4">
            <a:alphaModFix amt="62000"/>
          </a:blip>
          <a:srcRect b="33123" l="23874" r="40904" t="46490"/>
          <a:stretch/>
        </p:blipFill>
        <p:spPr>
          <a:xfrm rot="-5400000">
            <a:off x="8038875" y="3875025"/>
            <a:ext cx="1266600" cy="943800"/>
          </a:xfrm>
          <a:prstGeom prst="round2SameRect">
            <a:avLst>
              <a:gd fmla="val 16667" name="adj1"/>
              <a:gd fmla="val 0" name="adj2"/>
            </a:avLst>
          </a:prstGeom>
          <a:noFill/>
          <a:ln>
            <a:noFill/>
          </a:ln>
        </p:spPr>
      </p:pic>
      <p:sp>
        <p:nvSpPr>
          <p:cNvPr id="261" name="Google Shape;261;p23"/>
          <p:cNvSpPr txBox="1"/>
          <p:nvPr>
            <p:ph idx="1" type="body"/>
          </p:nvPr>
        </p:nvSpPr>
        <p:spPr>
          <a:xfrm>
            <a:off x="672225"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2" name="Google Shape;262;p23"/>
          <p:cNvSpPr txBox="1"/>
          <p:nvPr>
            <p:ph idx="2" type="subTitle"/>
          </p:nvPr>
        </p:nvSpPr>
        <p:spPr>
          <a:xfrm>
            <a:off x="672225"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63" name="Google Shape;263;p23"/>
          <p:cNvSpPr txBox="1"/>
          <p:nvPr>
            <p:ph idx="3" type="body"/>
          </p:nvPr>
        </p:nvSpPr>
        <p:spPr>
          <a:xfrm>
            <a:off x="672225"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4" name="Google Shape;264;p23"/>
          <p:cNvSpPr txBox="1"/>
          <p:nvPr>
            <p:ph idx="4" type="subTitle"/>
          </p:nvPr>
        </p:nvSpPr>
        <p:spPr>
          <a:xfrm>
            <a:off x="672225" y="3075291"/>
            <a:ext cx="2921700" cy="2079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b="1" sz="1200">
                <a:latin typeface="Manrope"/>
                <a:ea typeface="Manrope"/>
                <a:cs typeface="Manrope"/>
                <a:sym typeface="Manrope"/>
              </a:defRPr>
            </a:lvl1pPr>
            <a:lvl2pPr lvl="1">
              <a:spcBef>
                <a:spcPts val="0"/>
              </a:spcBef>
              <a:spcAft>
                <a:spcPts val="0"/>
              </a:spcAft>
              <a:buSzPts val="1200"/>
              <a:buFont typeface="Manrope"/>
              <a:buNone/>
              <a:defRPr b="1" sz="1200">
                <a:latin typeface="Manrope"/>
                <a:ea typeface="Manrope"/>
                <a:cs typeface="Manrope"/>
                <a:sym typeface="Manrope"/>
              </a:defRPr>
            </a:lvl2pPr>
            <a:lvl3pPr lvl="2">
              <a:spcBef>
                <a:spcPts val="0"/>
              </a:spcBef>
              <a:spcAft>
                <a:spcPts val="0"/>
              </a:spcAft>
              <a:buSzPts val="1200"/>
              <a:buFont typeface="Manrope"/>
              <a:buNone/>
              <a:defRPr b="1" sz="1200">
                <a:latin typeface="Manrope"/>
                <a:ea typeface="Manrope"/>
                <a:cs typeface="Manrope"/>
                <a:sym typeface="Manrope"/>
              </a:defRPr>
            </a:lvl3pPr>
            <a:lvl4pPr lvl="3">
              <a:spcBef>
                <a:spcPts val="0"/>
              </a:spcBef>
              <a:spcAft>
                <a:spcPts val="0"/>
              </a:spcAft>
              <a:buSzPts val="1200"/>
              <a:buFont typeface="Manrope"/>
              <a:buNone/>
              <a:defRPr b="1" sz="1200">
                <a:latin typeface="Manrope"/>
                <a:ea typeface="Manrope"/>
                <a:cs typeface="Manrope"/>
                <a:sym typeface="Manrope"/>
              </a:defRPr>
            </a:lvl4pPr>
            <a:lvl5pPr lvl="4">
              <a:spcBef>
                <a:spcPts val="0"/>
              </a:spcBef>
              <a:spcAft>
                <a:spcPts val="0"/>
              </a:spcAft>
              <a:buSzPts val="1200"/>
              <a:buFont typeface="Manrope"/>
              <a:buNone/>
              <a:defRPr b="1" sz="1200">
                <a:latin typeface="Manrope"/>
                <a:ea typeface="Manrope"/>
                <a:cs typeface="Manrope"/>
                <a:sym typeface="Manrope"/>
              </a:defRPr>
            </a:lvl5pPr>
            <a:lvl6pPr lvl="5">
              <a:spcBef>
                <a:spcPts val="0"/>
              </a:spcBef>
              <a:spcAft>
                <a:spcPts val="0"/>
              </a:spcAft>
              <a:buSzPts val="1200"/>
              <a:buFont typeface="Manrope"/>
              <a:buNone/>
              <a:defRPr b="1" sz="1200">
                <a:latin typeface="Manrope"/>
                <a:ea typeface="Manrope"/>
                <a:cs typeface="Manrope"/>
                <a:sym typeface="Manrope"/>
              </a:defRPr>
            </a:lvl6pPr>
            <a:lvl7pPr lvl="6">
              <a:spcBef>
                <a:spcPts val="0"/>
              </a:spcBef>
              <a:spcAft>
                <a:spcPts val="0"/>
              </a:spcAft>
              <a:buSzPts val="1200"/>
              <a:buFont typeface="Manrope"/>
              <a:buNone/>
              <a:defRPr b="1" sz="1200">
                <a:latin typeface="Manrope"/>
                <a:ea typeface="Manrope"/>
                <a:cs typeface="Manrope"/>
                <a:sym typeface="Manrope"/>
              </a:defRPr>
            </a:lvl7pPr>
            <a:lvl8pPr lvl="7">
              <a:spcBef>
                <a:spcPts val="0"/>
              </a:spcBef>
              <a:spcAft>
                <a:spcPts val="0"/>
              </a:spcAft>
              <a:buSzPts val="1200"/>
              <a:buFont typeface="Manrope"/>
              <a:buNone/>
              <a:defRPr b="1" sz="1200">
                <a:latin typeface="Manrope"/>
                <a:ea typeface="Manrope"/>
                <a:cs typeface="Manrope"/>
                <a:sym typeface="Manrope"/>
              </a:defRPr>
            </a:lvl8pPr>
            <a:lvl9pPr lvl="8">
              <a:spcBef>
                <a:spcPts val="0"/>
              </a:spcBef>
              <a:spcAft>
                <a:spcPts val="0"/>
              </a:spcAft>
              <a:buSzPts val="1200"/>
              <a:buFont typeface="Manrope"/>
              <a:buNone/>
              <a:defRPr b="1" sz="1200">
                <a:latin typeface="Manrope"/>
                <a:ea typeface="Manrope"/>
                <a:cs typeface="Manrope"/>
                <a:sym typeface="Manrope"/>
              </a:defRPr>
            </a:lvl9pPr>
          </a:lstStyle>
          <a:p/>
        </p:txBody>
      </p:sp>
      <p:sp>
        <p:nvSpPr>
          <p:cNvPr id="265" name="Google Shape;265;p23"/>
          <p:cNvSpPr txBox="1"/>
          <p:nvPr>
            <p:ph idx="5"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66" name="Google Shape;266;p23"/>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67" name="Google Shape;267;p23"/>
          <p:cNvSpPr txBox="1"/>
          <p:nvPr>
            <p:ph idx="6" type="subTitle"/>
          </p:nvPr>
        </p:nvSpPr>
        <p:spPr>
          <a:xfrm>
            <a:off x="283500"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8" name="Google Shape;268;p23"/>
          <p:cNvSpPr txBox="1"/>
          <p:nvPr>
            <p:ph idx="7" type="subTitle"/>
          </p:nvPr>
        </p:nvSpPr>
        <p:spPr>
          <a:xfrm>
            <a:off x="283500"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9" name="Google Shape;269;p23"/>
          <p:cNvSpPr txBox="1"/>
          <p:nvPr>
            <p:ph idx="8" type="body"/>
          </p:nvPr>
        </p:nvSpPr>
        <p:spPr>
          <a:xfrm>
            <a:off x="4439850"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0" name="Google Shape;270;p23"/>
          <p:cNvSpPr txBox="1"/>
          <p:nvPr>
            <p:ph idx="9" type="subTitle"/>
          </p:nvPr>
        </p:nvSpPr>
        <p:spPr>
          <a:xfrm>
            <a:off x="4439850"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1" name="Google Shape;271;p23"/>
          <p:cNvSpPr txBox="1"/>
          <p:nvPr>
            <p:ph idx="13" type="body"/>
          </p:nvPr>
        </p:nvSpPr>
        <p:spPr>
          <a:xfrm>
            <a:off x="4439850"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2" name="Google Shape;272;p23"/>
          <p:cNvSpPr txBox="1"/>
          <p:nvPr>
            <p:ph idx="14" type="subTitle"/>
          </p:nvPr>
        </p:nvSpPr>
        <p:spPr>
          <a:xfrm>
            <a:off x="4439850" y="3075291"/>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3" name="Google Shape;273;p23"/>
          <p:cNvSpPr txBox="1"/>
          <p:nvPr>
            <p:ph idx="15" type="subTitle"/>
          </p:nvPr>
        </p:nvSpPr>
        <p:spPr>
          <a:xfrm>
            <a:off x="4051125"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74" name="Google Shape;274;p23"/>
          <p:cNvSpPr txBox="1"/>
          <p:nvPr>
            <p:ph idx="16" type="subTitle"/>
          </p:nvPr>
        </p:nvSpPr>
        <p:spPr>
          <a:xfrm>
            <a:off x="4051125"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
  <p:cSld name="CUSTOM_2">
    <p:spTree>
      <p:nvGrpSpPr>
        <p:cNvPr id="275" name="Shape 275"/>
        <p:cNvGrpSpPr/>
        <p:nvPr/>
      </p:nvGrpSpPr>
      <p:grpSpPr>
        <a:xfrm>
          <a:off x="0" y="0"/>
          <a:ext cx="0" cy="0"/>
          <a:chOff x="0" y="0"/>
          <a:chExt cx="0" cy="0"/>
        </a:xfrm>
      </p:grpSpPr>
      <p:sp>
        <p:nvSpPr>
          <p:cNvPr id="276" name="Google Shape;276;p24"/>
          <p:cNvSpPr txBox="1"/>
          <p:nvPr>
            <p:ph idx="1" type="subTitle"/>
          </p:nvPr>
        </p:nvSpPr>
        <p:spPr>
          <a:xfrm>
            <a:off x="628575"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7" name="Google Shape;277;p24"/>
          <p:cNvSpPr txBox="1"/>
          <p:nvPr>
            <p:ph idx="2" type="subTitle"/>
          </p:nvPr>
        </p:nvSpPr>
        <p:spPr>
          <a:xfrm>
            <a:off x="3386550" y="1714500"/>
            <a:ext cx="2370900" cy="5721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24"/>
          <p:cNvSpPr txBox="1"/>
          <p:nvPr>
            <p:ph idx="3" type="subTitle"/>
          </p:nvPr>
        </p:nvSpPr>
        <p:spPr>
          <a:xfrm>
            <a:off x="6134513"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9" name="Google Shape;279;p24"/>
          <p:cNvSpPr txBox="1"/>
          <p:nvPr>
            <p:ph idx="4" type="body"/>
          </p:nvPr>
        </p:nvSpPr>
        <p:spPr>
          <a:xfrm>
            <a:off x="628575"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0" name="Google Shape;280;p24"/>
          <p:cNvSpPr txBox="1"/>
          <p:nvPr>
            <p:ph idx="5" type="body"/>
          </p:nvPr>
        </p:nvSpPr>
        <p:spPr>
          <a:xfrm>
            <a:off x="3386554" y="3107675"/>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1" name="Google Shape;281;p24"/>
          <p:cNvSpPr txBox="1"/>
          <p:nvPr>
            <p:ph idx="6" type="body"/>
          </p:nvPr>
        </p:nvSpPr>
        <p:spPr>
          <a:xfrm>
            <a:off x="6134521"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2" name="Google Shape;282;p24"/>
          <p:cNvSpPr/>
          <p:nvPr/>
        </p:nvSpPr>
        <p:spPr>
          <a:xfrm>
            <a:off x="628575"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3" name="Google Shape;283;p24"/>
          <p:cNvSpPr/>
          <p:nvPr/>
        </p:nvSpPr>
        <p:spPr>
          <a:xfrm>
            <a:off x="2299001"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4" name="Google Shape;284;p24"/>
          <p:cNvSpPr txBox="1"/>
          <p:nvPr>
            <p:ph idx="7" type="subTitle"/>
          </p:nvPr>
        </p:nvSpPr>
        <p:spPr>
          <a:xfrm>
            <a:off x="6991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5" name="Google Shape;285;p24"/>
          <p:cNvSpPr txBox="1"/>
          <p:nvPr>
            <p:ph idx="8" type="subTitle"/>
          </p:nvPr>
        </p:nvSpPr>
        <p:spPr>
          <a:xfrm>
            <a:off x="23599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900"/>
              <a:buFont typeface="Manrope"/>
              <a:buNone/>
              <a:defRPr sz="900">
                <a:latin typeface="Manrope"/>
                <a:ea typeface="Manrope"/>
                <a:cs typeface="Manrope"/>
                <a:sym typeface="Manrope"/>
              </a:defRPr>
            </a:lvl2pPr>
            <a:lvl3pPr lvl="2">
              <a:spcBef>
                <a:spcPts val="0"/>
              </a:spcBef>
              <a:spcAft>
                <a:spcPts val="0"/>
              </a:spcAft>
              <a:buSzPts val="900"/>
              <a:buFont typeface="Manrope"/>
              <a:buNone/>
              <a:defRPr sz="900">
                <a:latin typeface="Manrope"/>
                <a:ea typeface="Manrope"/>
                <a:cs typeface="Manrope"/>
                <a:sym typeface="Manrope"/>
              </a:defRPr>
            </a:lvl3pPr>
            <a:lvl4pPr lvl="3">
              <a:spcBef>
                <a:spcPts val="0"/>
              </a:spcBef>
              <a:spcAft>
                <a:spcPts val="0"/>
              </a:spcAft>
              <a:buSzPts val="900"/>
              <a:buFont typeface="Manrope"/>
              <a:buNone/>
              <a:defRPr sz="900">
                <a:latin typeface="Manrope"/>
                <a:ea typeface="Manrope"/>
                <a:cs typeface="Manrope"/>
                <a:sym typeface="Manrope"/>
              </a:defRPr>
            </a:lvl4pPr>
            <a:lvl5pPr lvl="4">
              <a:spcBef>
                <a:spcPts val="0"/>
              </a:spcBef>
              <a:spcAft>
                <a:spcPts val="0"/>
              </a:spcAft>
              <a:buSzPts val="900"/>
              <a:buFont typeface="Manrope"/>
              <a:buNone/>
              <a:defRPr sz="900">
                <a:latin typeface="Manrope"/>
                <a:ea typeface="Manrope"/>
                <a:cs typeface="Manrope"/>
                <a:sym typeface="Manrope"/>
              </a:defRPr>
            </a:lvl5pPr>
            <a:lvl6pPr lvl="5">
              <a:spcBef>
                <a:spcPts val="0"/>
              </a:spcBef>
              <a:spcAft>
                <a:spcPts val="0"/>
              </a:spcAft>
              <a:buSzPts val="900"/>
              <a:buFont typeface="Manrope"/>
              <a:buNone/>
              <a:defRPr sz="900">
                <a:latin typeface="Manrope"/>
                <a:ea typeface="Manrope"/>
                <a:cs typeface="Manrope"/>
                <a:sym typeface="Manrope"/>
              </a:defRPr>
            </a:lvl6pPr>
            <a:lvl7pPr lvl="6">
              <a:spcBef>
                <a:spcPts val="0"/>
              </a:spcBef>
              <a:spcAft>
                <a:spcPts val="0"/>
              </a:spcAft>
              <a:buSzPts val="900"/>
              <a:buFont typeface="Manrope"/>
              <a:buNone/>
              <a:defRPr sz="900">
                <a:latin typeface="Manrope"/>
                <a:ea typeface="Manrope"/>
                <a:cs typeface="Manrope"/>
                <a:sym typeface="Manrope"/>
              </a:defRPr>
            </a:lvl7pPr>
            <a:lvl8pPr lvl="7">
              <a:spcBef>
                <a:spcPts val="0"/>
              </a:spcBef>
              <a:spcAft>
                <a:spcPts val="0"/>
              </a:spcAft>
              <a:buSzPts val="900"/>
              <a:buFont typeface="Manrope"/>
              <a:buNone/>
              <a:defRPr sz="900">
                <a:latin typeface="Manrope"/>
                <a:ea typeface="Manrope"/>
                <a:cs typeface="Manrope"/>
                <a:sym typeface="Manrope"/>
              </a:defRPr>
            </a:lvl8pPr>
            <a:lvl9pPr lvl="8">
              <a:spcBef>
                <a:spcPts val="0"/>
              </a:spcBef>
              <a:spcAft>
                <a:spcPts val="0"/>
              </a:spcAft>
              <a:buSzPts val="900"/>
              <a:buFont typeface="Manrope"/>
              <a:buNone/>
              <a:defRPr sz="900">
                <a:latin typeface="Manrope"/>
                <a:ea typeface="Manrope"/>
                <a:cs typeface="Manrope"/>
                <a:sym typeface="Manrope"/>
              </a:defRPr>
            </a:lvl9pPr>
          </a:lstStyle>
          <a:p/>
        </p:txBody>
      </p:sp>
      <p:sp>
        <p:nvSpPr>
          <p:cNvPr id="286" name="Google Shape;286;p24"/>
          <p:cNvSpPr/>
          <p:nvPr/>
        </p:nvSpPr>
        <p:spPr>
          <a:xfrm>
            <a:off x="3381538"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7" name="Google Shape;287;p24"/>
          <p:cNvSpPr/>
          <p:nvPr/>
        </p:nvSpPr>
        <p:spPr>
          <a:xfrm>
            <a:off x="505416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8" name="Google Shape;288;p24"/>
          <p:cNvSpPr txBox="1"/>
          <p:nvPr>
            <p:ph idx="9" type="subTitle"/>
          </p:nvPr>
        </p:nvSpPr>
        <p:spPr>
          <a:xfrm>
            <a:off x="3452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9" name="Google Shape;289;p24"/>
          <p:cNvSpPr txBox="1"/>
          <p:nvPr>
            <p:ph idx="13" type="subTitle"/>
          </p:nvPr>
        </p:nvSpPr>
        <p:spPr>
          <a:xfrm>
            <a:off x="5115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0" name="Google Shape;290;p24"/>
          <p:cNvSpPr/>
          <p:nvPr/>
        </p:nvSpPr>
        <p:spPr>
          <a:xfrm>
            <a:off x="61345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1" name="Google Shape;291;p24"/>
          <p:cNvSpPr/>
          <p:nvPr/>
        </p:nvSpPr>
        <p:spPr>
          <a:xfrm>
            <a:off x="78093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2" name="Google Shape;292;p24"/>
          <p:cNvSpPr txBox="1"/>
          <p:nvPr>
            <p:ph idx="14" type="subTitle"/>
          </p:nvPr>
        </p:nvSpPr>
        <p:spPr>
          <a:xfrm>
            <a:off x="6205038"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3" name="Google Shape;293;p24"/>
          <p:cNvSpPr txBox="1"/>
          <p:nvPr>
            <p:ph idx="15" type="subTitle"/>
          </p:nvPr>
        </p:nvSpPr>
        <p:spPr>
          <a:xfrm>
            <a:off x="787021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4" name="Google Shape;294;p24"/>
          <p:cNvSpPr txBox="1"/>
          <p:nvPr>
            <p:ph idx="16" type="subTitle"/>
          </p:nvPr>
        </p:nvSpPr>
        <p:spPr>
          <a:xfrm>
            <a:off x="64957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5" name="Google Shape;295;p24"/>
          <p:cNvSpPr txBox="1"/>
          <p:nvPr>
            <p:ph idx="17" type="subTitle"/>
          </p:nvPr>
        </p:nvSpPr>
        <p:spPr>
          <a:xfrm>
            <a:off x="22990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6" name="Google Shape;296;p24"/>
          <p:cNvSpPr txBox="1"/>
          <p:nvPr>
            <p:ph idx="18" type="subTitle"/>
          </p:nvPr>
        </p:nvSpPr>
        <p:spPr>
          <a:xfrm>
            <a:off x="33833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7" name="Google Shape;297;p24"/>
          <p:cNvSpPr txBox="1"/>
          <p:nvPr>
            <p:ph idx="19" type="subTitle"/>
          </p:nvPr>
        </p:nvSpPr>
        <p:spPr>
          <a:xfrm>
            <a:off x="50524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8" name="Google Shape;298;p24"/>
          <p:cNvSpPr txBox="1"/>
          <p:nvPr>
            <p:ph idx="20" type="subTitle"/>
          </p:nvPr>
        </p:nvSpPr>
        <p:spPr>
          <a:xfrm>
            <a:off x="613452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9" name="Google Shape;299;p24"/>
          <p:cNvSpPr txBox="1"/>
          <p:nvPr>
            <p:ph idx="21" type="subTitle"/>
          </p:nvPr>
        </p:nvSpPr>
        <p:spPr>
          <a:xfrm>
            <a:off x="78058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300" name="Google Shape;300;p24"/>
          <p:cNvSpPr txBox="1"/>
          <p:nvPr>
            <p:ph idx="2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01" name="Google Shape;301;p24"/>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with images">
  <p:cSld name="CUSTOM_5">
    <p:spTree>
      <p:nvGrpSpPr>
        <p:cNvPr id="302" name="Shape 302"/>
        <p:cNvGrpSpPr/>
        <p:nvPr/>
      </p:nvGrpSpPr>
      <p:grpSpPr>
        <a:xfrm>
          <a:off x="0" y="0"/>
          <a:ext cx="0" cy="0"/>
          <a:chOff x="0" y="0"/>
          <a:chExt cx="0" cy="0"/>
        </a:xfrm>
      </p:grpSpPr>
      <p:sp>
        <p:nvSpPr>
          <p:cNvPr id="303" name="Google Shape;303;p25"/>
          <p:cNvSpPr/>
          <p:nvPr>
            <p:ph idx="2" type="pic"/>
          </p:nvPr>
        </p:nvSpPr>
        <p:spPr>
          <a:xfrm>
            <a:off x="477500" y="1765975"/>
            <a:ext cx="2667900" cy="1424100"/>
          </a:xfrm>
          <a:prstGeom prst="roundRect">
            <a:avLst>
              <a:gd fmla="val 16667" name="adj"/>
            </a:avLst>
          </a:prstGeom>
          <a:noFill/>
          <a:ln>
            <a:noFill/>
          </a:ln>
        </p:spPr>
      </p:sp>
      <p:sp>
        <p:nvSpPr>
          <p:cNvPr id="304" name="Google Shape;304;p25"/>
          <p:cNvSpPr/>
          <p:nvPr>
            <p:ph idx="3" type="pic"/>
          </p:nvPr>
        </p:nvSpPr>
        <p:spPr>
          <a:xfrm>
            <a:off x="3238050" y="1765975"/>
            <a:ext cx="2667900" cy="1424100"/>
          </a:xfrm>
          <a:prstGeom prst="roundRect">
            <a:avLst>
              <a:gd fmla="val 16667" name="adj"/>
            </a:avLst>
          </a:prstGeom>
          <a:noFill/>
          <a:ln>
            <a:noFill/>
          </a:ln>
        </p:spPr>
      </p:sp>
      <p:sp>
        <p:nvSpPr>
          <p:cNvPr id="305" name="Google Shape;305;p25"/>
          <p:cNvSpPr/>
          <p:nvPr>
            <p:ph idx="4" type="pic"/>
          </p:nvPr>
        </p:nvSpPr>
        <p:spPr>
          <a:xfrm>
            <a:off x="5998600" y="1765975"/>
            <a:ext cx="2667900" cy="1424100"/>
          </a:xfrm>
          <a:prstGeom prst="roundRect">
            <a:avLst>
              <a:gd fmla="val 16667" name="adj"/>
            </a:avLst>
          </a:prstGeom>
          <a:noFill/>
          <a:ln>
            <a:noFill/>
          </a:ln>
        </p:spPr>
      </p:sp>
      <p:sp>
        <p:nvSpPr>
          <p:cNvPr id="306" name="Google Shape;306;p25"/>
          <p:cNvSpPr txBox="1"/>
          <p:nvPr>
            <p:ph idx="1" type="subTitle"/>
          </p:nvPr>
        </p:nvSpPr>
        <p:spPr>
          <a:xfrm>
            <a:off x="4775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7" name="Google Shape;307;p25"/>
          <p:cNvSpPr txBox="1"/>
          <p:nvPr>
            <p:ph idx="5" type="subTitle"/>
          </p:nvPr>
        </p:nvSpPr>
        <p:spPr>
          <a:xfrm>
            <a:off x="32421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08" name="Google Shape;308;p25"/>
          <p:cNvSpPr txBox="1"/>
          <p:nvPr>
            <p:ph idx="6" type="subTitle"/>
          </p:nvPr>
        </p:nvSpPr>
        <p:spPr>
          <a:xfrm>
            <a:off x="5998325"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9" name="Google Shape;309;p25"/>
          <p:cNvSpPr txBox="1"/>
          <p:nvPr>
            <p:ph idx="7" type="body"/>
          </p:nvPr>
        </p:nvSpPr>
        <p:spPr>
          <a:xfrm>
            <a:off x="4775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0" name="Google Shape;310;p25"/>
          <p:cNvSpPr txBox="1"/>
          <p:nvPr>
            <p:ph idx="8" type="body"/>
          </p:nvPr>
        </p:nvSpPr>
        <p:spPr>
          <a:xfrm>
            <a:off x="32421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1" name="Google Shape;311;p25"/>
          <p:cNvSpPr txBox="1"/>
          <p:nvPr>
            <p:ph idx="9" type="body"/>
          </p:nvPr>
        </p:nvSpPr>
        <p:spPr>
          <a:xfrm>
            <a:off x="5998325"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2" name="Google Shape;312;p25"/>
          <p:cNvSpPr txBox="1"/>
          <p:nvPr>
            <p:ph idx="13" type="subTitle"/>
          </p:nvPr>
        </p:nvSpPr>
        <p:spPr>
          <a:xfrm>
            <a:off x="4775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3" name="Google Shape;313;p25"/>
          <p:cNvSpPr txBox="1"/>
          <p:nvPr>
            <p:ph idx="14" type="subTitle"/>
          </p:nvPr>
        </p:nvSpPr>
        <p:spPr>
          <a:xfrm>
            <a:off x="32421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4" name="Google Shape;314;p25"/>
          <p:cNvSpPr txBox="1"/>
          <p:nvPr>
            <p:ph idx="15" type="subTitle"/>
          </p:nvPr>
        </p:nvSpPr>
        <p:spPr>
          <a:xfrm>
            <a:off x="5998325"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5" name="Google Shape;315;p25"/>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6" name="Google Shape;316;p25"/>
          <p:cNvSpPr txBox="1"/>
          <p:nvPr>
            <p:ph idx="16"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8">
    <p:spTree>
      <p:nvGrpSpPr>
        <p:cNvPr id="317" name="Shape 317"/>
        <p:cNvGrpSpPr/>
        <p:nvPr/>
      </p:nvGrpSpPr>
      <p:grpSpPr>
        <a:xfrm>
          <a:off x="0" y="0"/>
          <a:ext cx="0" cy="0"/>
          <a:chOff x="0" y="0"/>
          <a:chExt cx="0" cy="0"/>
        </a:xfrm>
      </p:grpSpPr>
      <p:sp>
        <p:nvSpPr>
          <p:cNvPr id="318" name="Google Shape;318;p26"/>
          <p:cNvSpPr/>
          <p:nvPr>
            <p:ph idx="2" type="pic"/>
          </p:nvPr>
        </p:nvSpPr>
        <p:spPr>
          <a:xfrm rot="-5400000">
            <a:off x="5317275" y="1321875"/>
            <a:ext cx="4991400" cy="2661900"/>
          </a:xfrm>
          <a:prstGeom prst="round1Rect">
            <a:avLst>
              <a:gd fmla="val 16607" name="adj"/>
            </a:avLst>
          </a:prstGeom>
          <a:noFill/>
          <a:ln>
            <a:noFill/>
          </a:ln>
        </p:spPr>
      </p:sp>
      <p:sp>
        <p:nvSpPr>
          <p:cNvPr id="319" name="Google Shape;319;p26"/>
          <p:cNvSpPr/>
          <p:nvPr/>
        </p:nvSpPr>
        <p:spPr>
          <a:xfrm>
            <a:off x="283475" y="1079100"/>
            <a:ext cx="6046500" cy="4064400"/>
          </a:xfrm>
          <a:prstGeom prst="round2SameRect">
            <a:avLst>
              <a:gd fmla="val 7319" name="adj1"/>
              <a:gd fmla="val 0" name="adj2"/>
            </a:avLst>
          </a:prstGeom>
          <a:solidFill>
            <a:schemeClr val="lt1"/>
          </a:solidFill>
          <a:ln>
            <a:noFill/>
          </a:ln>
          <a:effectLst>
            <a:outerShdw blurRad="114300" rotWithShape="0" algn="bl" dir="10920000" dist="5715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20" name="Google Shape;320;p26"/>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21" name="Google Shape;321;p26"/>
          <p:cNvSpPr txBox="1"/>
          <p:nvPr>
            <p:ph type="title"/>
          </p:nvPr>
        </p:nvSpPr>
        <p:spPr>
          <a:xfrm>
            <a:off x="633325" y="1788450"/>
            <a:ext cx="5273700" cy="572100"/>
          </a:xfrm>
          <a:prstGeom prst="rect">
            <a:avLst/>
          </a:prstGeom>
        </p:spPr>
        <p:txBody>
          <a:bodyPr anchorCtr="0" anchor="b" bIns="0"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22" name="Google Shape;322;p26"/>
          <p:cNvSpPr txBox="1"/>
          <p:nvPr>
            <p:ph idx="3" type="subTitle"/>
          </p:nvPr>
        </p:nvSpPr>
        <p:spPr>
          <a:xfrm>
            <a:off x="633325" y="2518300"/>
            <a:ext cx="2834400" cy="6945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26"/>
          <p:cNvSpPr/>
          <p:nvPr>
            <p:ph idx="4" type="pic"/>
          </p:nvPr>
        </p:nvSpPr>
        <p:spPr>
          <a:xfrm>
            <a:off x="633325" y="3490875"/>
            <a:ext cx="1276200" cy="965100"/>
          </a:xfrm>
          <a:prstGeom prst="round1Rect">
            <a:avLst>
              <a:gd fmla="val 16667" name="adj"/>
            </a:avLst>
          </a:prstGeom>
          <a:noFill/>
          <a:ln>
            <a:noFill/>
          </a:ln>
        </p:spPr>
      </p:sp>
      <p:sp>
        <p:nvSpPr>
          <p:cNvPr id="324" name="Google Shape;324;p26"/>
          <p:cNvSpPr txBox="1"/>
          <p:nvPr>
            <p:ph idx="5" type="subTitle"/>
          </p:nvPr>
        </p:nvSpPr>
        <p:spPr>
          <a:xfrm>
            <a:off x="2063100" y="3621025"/>
            <a:ext cx="2600400" cy="336000"/>
          </a:xfrm>
          <a:prstGeom prst="rect">
            <a:avLst/>
          </a:prstGeom>
        </p:spPr>
        <p:txBody>
          <a:bodyPr anchorCtr="0" anchor="b"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25" name="Google Shape;325;p26"/>
          <p:cNvSpPr txBox="1"/>
          <p:nvPr>
            <p:ph idx="6" type="subTitle"/>
          </p:nvPr>
        </p:nvSpPr>
        <p:spPr>
          <a:xfrm>
            <a:off x="2063100" y="3977384"/>
            <a:ext cx="2600400" cy="3360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3"/>
              </a:buClr>
              <a:buSzPts val="1200"/>
              <a:buNone/>
              <a:defRPr b="1" sz="1200">
                <a:solidFill>
                  <a:schemeClr val="accent3"/>
                </a:solidFill>
              </a:defRPr>
            </a:lvl1pPr>
            <a:lvl2pPr lvl="1">
              <a:spcBef>
                <a:spcPts val="0"/>
              </a:spcBef>
              <a:spcAft>
                <a:spcPts val="0"/>
              </a:spcAft>
              <a:buClr>
                <a:schemeClr val="accent3"/>
              </a:buClr>
              <a:buSzPts val="1200"/>
              <a:buNone/>
              <a:defRPr sz="1200">
                <a:solidFill>
                  <a:schemeClr val="accent3"/>
                </a:solidFill>
              </a:defRPr>
            </a:lvl2pPr>
            <a:lvl3pPr lvl="2">
              <a:spcBef>
                <a:spcPts val="0"/>
              </a:spcBef>
              <a:spcAft>
                <a:spcPts val="0"/>
              </a:spcAft>
              <a:buClr>
                <a:schemeClr val="accent3"/>
              </a:buClr>
              <a:buSzPts val="1200"/>
              <a:buNone/>
              <a:defRPr sz="1200">
                <a:solidFill>
                  <a:schemeClr val="accent3"/>
                </a:solidFill>
              </a:defRPr>
            </a:lvl3pPr>
            <a:lvl4pPr lvl="3">
              <a:spcBef>
                <a:spcPts val="0"/>
              </a:spcBef>
              <a:spcAft>
                <a:spcPts val="0"/>
              </a:spcAft>
              <a:buClr>
                <a:schemeClr val="accent3"/>
              </a:buClr>
              <a:buSzPts val="1200"/>
              <a:buNone/>
              <a:defRPr sz="1200">
                <a:solidFill>
                  <a:schemeClr val="accent3"/>
                </a:solidFill>
              </a:defRPr>
            </a:lvl4pPr>
            <a:lvl5pPr lvl="4">
              <a:spcBef>
                <a:spcPts val="0"/>
              </a:spcBef>
              <a:spcAft>
                <a:spcPts val="0"/>
              </a:spcAft>
              <a:buClr>
                <a:schemeClr val="accent3"/>
              </a:buClr>
              <a:buSzPts val="1200"/>
              <a:buNone/>
              <a:defRPr sz="1200">
                <a:solidFill>
                  <a:schemeClr val="accent3"/>
                </a:solidFill>
              </a:defRPr>
            </a:lvl5pPr>
            <a:lvl6pPr lvl="5">
              <a:spcBef>
                <a:spcPts val="0"/>
              </a:spcBef>
              <a:spcAft>
                <a:spcPts val="0"/>
              </a:spcAft>
              <a:buClr>
                <a:schemeClr val="accent3"/>
              </a:buClr>
              <a:buSzPts val="1200"/>
              <a:buNone/>
              <a:defRPr sz="1200">
                <a:solidFill>
                  <a:schemeClr val="accent3"/>
                </a:solidFill>
              </a:defRPr>
            </a:lvl6pPr>
            <a:lvl7pPr lvl="6">
              <a:spcBef>
                <a:spcPts val="0"/>
              </a:spcBef>
              <a:spcAft>
                <a:spcPts val="0"/>
              </a:spcAft>
              <a:buClr>
                <a:schemeClr val="accent3"/>
              </a:buClr>
              <a:buSzPts val="1200"/>
              <a:buNone/>
              <a:defRPr sz="1200">
                <a:solidFill>
                  <a:schemeClr val="accent3"/>
                </a:solidFill>
              </a:defRPr>
            </a:lvl7pPr>
            <a:lvl8pPr lvl="7">
              <a:spcBef>
                <a:spcPts val="0"/>
              </a:spcBef>
              <a:spcAft>
                <a:spcPts val="0"/>
              </a:spcAft>
              <a:buClr>
                <a:schemeClr val="accent3"/>
              </a:buClr>
              <a:buSzPts val="1200"/>
              <a:buNone/>
              <a:defRPr sz="1200">
                <a:solidFill>
                  <a:schemeClr val="accent3"/>
                </a:solidFill>
              </a:defRPr>
            </a:lvl8pPr>
            <a:lvl9pPr lvl="8">
              <a:spcBef>
                <a:spcPts val="0"/>
              </a:spcBef>
              <a:spcAft>
                <a:spcPts val="0"/>
              </a:spcAft>
              <a:buClr>
                <a:schemeClr val="accent3"/>
              </a:buClr>
              <a:buSzPts val="1200"/>
              <a:buNone/>
              <a:defRPr sz="1200">
                <a:solidFill>
                  <a:schemeClr val="accent3"/>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9">
    <p:spTree>
      <p:nvGrpSpPr>
        <p:cNvPr id="326" name="Shape 326"/>
        <p:cNvGrpSpPr/>
        <p:nvPr/>
      </p:nvGrpSpPr>
      <p:grpSpPr>
        <a:xfrm>
          <a:off x="0" y="0"/>
          <a:ext cx="0" cy="0"/>
          <a:chOff x="0" y="0"/>
          <a:chExt cx="0" cy="0"/>
        </a:xfrm>
      </p:grpSpPr>
      <p:sp>
        <p:nvSpPr>
          <p:cNvPr id="327" name="Google Shape;327;p27"/>
          <p:cNvSpPr txBox="1"/>
          <p:nvPr>
            <p:ph type="title"/>
          </p:nvPr>
        </p:nvSpPr>
        <p:spPr>
          <a:xfrm>
            <a:off x="714025" y="1764325"/>
            <a:ext cx="7715700" cy="1248300"/>
          </a:xfrm>
          <a:prstGeom prst="rect">
            <a:avLst/>
          </a:prstGeom>
        </p:spPr>
        <p:txBody>
          <a:bodyPr anchorCtr="0" anchor="b" bIns="0" lIns="0" spcFirstLastPara="1" rIns="0" wrap="square" tIns="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8" name="Shape 328"/>
        <p:cNvGrpSpPr/>
        <p:nvPr/>
      </p:nvGrpSpPr>
      <p:grpSpPr>
        <a:xfrm>
          <a:off x="0" y="0"/>
          <a:ext cx="0" cy="0"/>
          <a:chOff x="0" y="0"/>
          <a:chExt cx="0" cy="0"/>
        </a:xfrm>
      </p:grpSpPr>
      <p:sp>
        <p:nvSpPr>
          <p:cNvPr id="329" name="Google Shape;329;p2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0" name="Google Shape;330;p28"/>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1" name="Shape 331"/>
        <p:cNvGrpSpPr/>
        <p:nvPr/>
      </p:nvGrpSpPr>
      <p:grpSpPr>
        <a:xfrm>
          <a:off x="0" y="0"/>
          <a:ext cx="0" cy="0"/>
          <a:chOff x="0" y="0"/>
          <a:chExt cx="0" cy="0"/>
        </a:xfrm>
      </p:grpSpPr>
      <p:sp>
        <p:nvSpPr>
          <p:cNvPr id="332" name="Google Shape;332;p2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3" name="Shape 333"/>
        <p:cNvGrpSpPr/>
        <p:nvPr/>
      </p:nvGrpSpPr>
      <p:grpSpPr>
        <a:xfrm>
          <a:off x="0" y="0"/>
          <a:ext cx="0" cy="0"/>
          <a:chOff x="0" y="0"/>
          <a:chExt cx="0" cy="0"/>
        </a:xfrm>
      </p:grpSpPr>
      <p:sp>
        <p:nvSpPr>
          <p:cNvPr id="334" name="Google Shape;334;p3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5" name="Google Shape;335;p30"/>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6" name="Shape 336"/>
        <p:cNvGrpSpPr/>
        <p:nvPr/>
      </p:nvGrpSpPr>
      <p:grpSpPr>
        <a:xfrm>
          <a:off x="0" y="0"/>
          <a:ext cx="0" cy="0"/>
          <a:chOff x="0" y="0"/>
          <a:chExt cx="0" cy="0"/>
        </a:xfrm>
      </p:grpSpPr>
      <p:sp>
        <p:nvSpPr>
          <p:cNvPr id="337" name="Google Shape;337;p3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 name="Google Shape;338;p31"/>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9" name="Google Shape;339;p31"/>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0" name="Shape 340"/>
        <p:cNvGrpSpPr/>
        <p:nvPr/>
      </p:nvGrpSpPr>
      <p:grpSpPr>
        <a:xfrm>
          <a:off x="0" y="0"/>
          <a:ext cx="0" cy="0"/>
          <a:chOff x="0" y="0"/>
          <a:chExt cx="0" cy="0"/>
        </a:xfrm>
      </p:grpSpPr>
      <p:sp>
        <p:nvSpPr>
          <p:cNvPr id="341" name="Google Shape;341;p3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2" name="Shape 342"/>
        <p:cNvGrpSpPr/>
        <p:nvPr/>
      </p:nvGrpSpPr>
      <p:grpSpPr>
        <a:xfrm>
          <a:off x="0" y="0"/>
          <a:ext cx="0" cy="0"/>
          <a:chOff x="0" y="0"/>
          <a:chExt cx="0" cy="0"/>
        </a:xfrm>
      </p:grpSpPr>
      <p:sp>
        <p:nvSpPr>
          <p:cNvPr id="343" name="Google Shape;343;p3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4" name="Google Shape;344;p33"/>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5" name="Shape 345"/>
        <p:cNvGrpSpPr/>
        <p:nvPr/>
      </p:nvGrpSpPr>
      <p:grpSpPr>
        <a:xfrm>
          <a:off x="0" y="0"/>
          <a:ext cx="0" cy="0"/>
          <a:chOff x="0" y="0"/>
          <a:chExt cx="0" cy="0"/>
        </a:xfrm>
      </p:grpSpPr>
      <p:sp>
        <p:nvSpPr>
          <p:cNvPr id="346" name="Google Shape;346;p3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7" name="Shape 347"/>
        <p:cNvGrpSpPr/>
        <p:nvPr/>
      </p:nvGrpSpPr>
      <p:grpSpPr>
        <a:xfrm>
          <a:off x="0" y="0"/>
          <a:ext cx="0" cy="0"/>
          <a:chOff x="0" y="0"/>
          <a:chExt cx="0" cy="0"/>
        </a:xfrm>
      </p:grpSpPr>
      <p:sp>
        <p:nvSpPr>
          <p:cNvPr id="348" name="Google Shape;348;p3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9" name="Google Shape;349;p35"/>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0" name="Google Shape;350;p35"/>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1" name="Shape 351"/>
        <p:cNvGrpSpPr/>
        <p:nvPr/>
      </p:nvGrpSpPr>
      <p:grpSpPr>
        <a:xfrm>
          <a:off x="0" y="0"/>
          <a:ext cx="0" cy="0"/>
          <a:chOff x="0" y="0"/>
          <a:chExt cx="0" cy="0"/>
        </a:xfrm>
      </p:grpSpPr>
      <p:sp>
        <p:nvSpPr>
          <p:cNvPr id="352" name="Google Shape;352;p36"/>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3" name="Shape 353"/>
        <p:cNvGrpSpPr/>
        <p:nvPr/>
      </p:nvGrpSpPr>
      <p:grpSpPr>
        <a:xfrm>
          <a:off x="0" y="0"/>
          <a:ext cx="0" cy="0"/>
          <a:chOff x="0" y="0"/>
          <a:chExt cx="0" cy="0"/>
        </a:xfrm>
      </p:grpSpPr>
      <p:sp>
        <p:nvSpPr>
          <p:cNvPr id="354" name="Google Shape;354;p3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5" name="Google Shape;355;p37"/>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6" name="Shape 356"/>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7" name="Shape 357"/>
        <p:cNvGrpSpPr/>
        <p:nvPr/>
      </p:nvGrpSpPr>
      <p:grpSpPr>
        <a:xfrm>
          <a:off x="0" y="0"/>
          <a:ext cx="0" cy="0"/>
          <a:chOff x="0" y="0"/>
          <a:chExt cx="0" cy="0"/>
        </a:xfrm>
      </p:grpSpPr>
      <p:sp>
        <p:nvSpPr>
          <p:cNvPr id="358" name="Google Shape;358;p3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39"/>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0" name="Google Shape;360;p39"/>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1" name="Google Shape;361;p39"/>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2" name="Google Shape;362;p39"/>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3" name="Google Shape;363;p39"/>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4" name="Google Shape;364;p39"/>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5" name="Shape 365"/>
        <p:cNvGrpSpPr/>
        <p:nvPr/>
      </p:nvGrpSpPr>
      <p:grpSpPr>
        <a:xfrm>
          <a:off x="0" y="0"/>
          <a:ext cx="0" cy="0"/>
          <a:chOff x="0" y="0"/>
          <a:chExt cx="0" cy="0"/>
        </a:xfrm>
      </p:grpSpPr>
      <p:sp>
        <p:nvSpPr>
          <p:cNvPr id="366" name="Google Shape;366;p4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40"/>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8" name="Google Shape;368;p4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9" name="Shape 369"/>
        <p:cNvGrpSpPr/>
        <p:nvPr/>
      </p:nvGrpSpPr>
      <p:grpSpPr>
        <a:xfrm>
          <a:off x="0" y="0"/>
          <a:ext cx="0" cy="0"/>
          <a:chOff x="0" y="0"/>
          <a:chExt cx="0" cy="0"/>
        </a:xfrm>
      </p:grpSpPr>
      <p:sp>
        <p:nvSpPr>
          <p:cNvPr id="370" name="Google Shape;370;p4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1" name="Google Shape;371;p41"/>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2" name="Google Shape;372;p41"/>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3" name="Google Shape;373;p41"/>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74" name="Google Shape;374;p41"/>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5" name="Shape 375"/>
        <p:cNvGrpSpPr/>
        <p:nvPr/>
      </p:nvGrpSpPr>
      <p:grpSpPr>
        <a:xfrm>
          <a:off x="0" y="0"/>
          <a:ext cx="0" cy="0"/>
          <a:chOff x="0" y="0"/>
          <a:chExt cx="0" cy="0"/>
        </a:xfrm>
      </p:grpSpPr>
      <p:sp>
        <p:nvSpPr>
          <p:cNvPr id="376" name="Google Shape;376;p42"/>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7" name="Google Shape;377;p42"/>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8" name="Google Shape;378;p42"/>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9" name="Google Shape;379;p42"/>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2"/>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1" name="Google Shape;381;p42"/>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2" name="Google Shape;382;p42"/>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3" name="Shape 383"/>
        <p:cNvGrpSpPr/>
        <p:nvPr/>
      </p:nvGrpSpPr>
      <p:grpSpPr>
        <a:xfrm>
          <a:off x="0" y="0"/>
          <a:ext cx="0" cy="0"/>
          <a:chOff x="0" y="0"/>
          <a:chExt cx="0" cy="0"/>
        </a:xfrm>
      </p:grpSpPr>
      <p:sp>
        <p:nvSpPr>
          <p:cNvPr id="384" name="Google Shape;384;p43"/>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5" name="Google Shape;385;p43"/>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6" name="Google Shape;386;p43"/>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7" name="Google Shape;387;p43"/>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8" name="Google Shape;388;p4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9" name="Google Shape;389;p43"/>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43"/>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1" name="Google Shape;391;p43"/>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2" name="Google Shape;392;p43"/>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5" name="Google Shape;395;p4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6" name="Shape 396"/>
        <p:cNvGrpSpPr/>
        <p:nvPr/>
      </p:nvGrpSpPr>
      <p:grpSpPr>
        <a:xfrm>
          <a:off x="0" y="0"/>
          <a:ext cx="0" cy="0"/>
          <a:chOff x="0" y="0"/>
          <a:chExt cx="0" cy="0"/>
        </a:xfrm>
      </p:grpSpPr>
      <p:sp>
        <p:nvSpPr>
          <p:cNvPr id="397" name="Google Shape;397;p45"/>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8" name="Google Shape;398;p45"/>
          <p:cNvSpPr/>
          <p:nvPr>
            <p:ph idx="2" type="pic"/>
          </p:nvPr>
        </p:nvSpPr>
        <p:spPr>
          <a:xfrm>
            <a:off x="4804825" y="1133300"/>
            <a:ext cx="4027500" cy="2392800"/>
          </a:xfrm>
          <a:prstGeom prst="rect">
            <a:avLst/>
          </a:prstGeom>
          <a:noFill/>
          <a:ln>
            <a:noFill/>
          </a:ln>
        </p:spPr>
      </p:sp>
      <p:sp>
        <p:nvSpPr>
          <p:cNvPr id="399" name="Google Shape;399;p45"/>
          <p:cNvSpPr/>
          <p:nvPr>
            <p:ph idx="3" type="pic"/>
          </p:nvPr>
        </p:nvSpPr>
        <p:spPr>
          <a:xfrm>
            <a:off x="311725" y="1133300"/>
            <a:ext cx="4027500" cy="2392800"/>
          </a:xfrm>
          <a:prstGeom prst="rect">
            <a:avLst/>
          </a:prstGeom>
          <a:noFill/>
          <a:ln>
            <a:noFill/>
          </a:ln>
        </p:spPr>
      </p:sp>
      <p:sp>
        <p:nvSpPr>
          <p:cNvPr id="400" name="Google Shape;400;p45"/>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1" name="Google Shape;401;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2" name="Google Shape;402;p45"/>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3" name="Google Shape;403;p45"/>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4" name="Shape 404"/>
        <p:cNvGrpSpPr/>
        <p:nvPr/>
      </p:nvGrpSpPr>
      <p:grpSpPr>
        <a:xfrm>
          <a:off x="0" y="0"/>
          <a:ext cx="0" cy="0"/>
          <a:chOff x="0" y="0"/>
          <a:chExt cx="0" cy="0"/>
        </a:xfrm>
      </p:grpSpPr>
      <p:sp>
        <p:nvSpPr>
          <p:cNvPr id="405" name="Google Shape;405;p46"/>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46"/>
          <p:cNvSpPr/>
          <p:nvPr>
            <p:ph idx="2" type="pic"/>
          </p:nvPr>
        </p:nvSpPr>
        <p:spPr>
          <a:xfrm>
            <a:off x="6205225" y="1128325"/>
            <a:ext cx="2627100" cy="2273100"/>
          </a:xfrm>
          <a:prstGeom prst="rect">
            <a:avLst/>
          </a:prstGeom>
          <a:noFill/>
          <a:ln>
            <a:noFill/>
          </a:ln>
        </p:spPr>
      </p:sp>
      <p:sp>
        <p:nvSpPr>
          <p:cNvPr id="407" name="Google Shape;407;p46"/>
          <p:cNvSpPr/>
          <p:nvPr>
            <p:ph idx="3" type="pic"/>
          </p:nvPr>
        </p:nvSpPr>
        <p:spPr>
          <a:xfrm>
            <a:off x="311725" y="1128325"/>
            <a:ext cx="2627100" cy="2273100"/>
          </a:xfrm>
          <a:prstGeom prst="rect">
            <a:avLst/>
          </a:prstGeom>
          <a:noFill/>
          <a:ln>
            <a:noFill/>
          </a:ln>
        </p:spPr>
      </p:sp>
      <p:sp>
        <p:nvSpPr>
          <p:cNvPr id="408" name="Google Shape;408;p46"/>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9" name="Google Shape;409;p46"/>
          <p:cNvSpPr/>
          <p:nvPr>
            <p:ph idx="5" type="pic"/>
          </p:nvPr>
        </p:nvSpPr>
        <p:spPr>
          <a:xfrm>
            <a:off x="3255250" y="1128325"/>
            <a:ext cx="2627100" cy="2273100"/>
          </a:xfrm>
          <a:prstGeom prst="rect">
            <a:avLst/>
          </a:prstGeom>
          <a:noFill/>
          <a:ln>
            <a:noFill/>
          </a:ln>
        </p:spPr>
      </p:sp>
      <p:sp>
        <p:nvSpPr>
          <p:cNvPr id="410" name="Google Shape;410;p46"/>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1" name="Google Shape;411;p4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2" name="Google Shape;412;p46"/>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3" name="Google Shape;413;p46"/>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4" name="Google Shape;414;p46"/>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5" name="Shape 415"/>
        <p:cNvGrpSpPr/>
        <p:nvPr/>
      </p:nvGrpSpPr>
      <p:grpSpPr>
        <a:xfrm>
          <a:off x="0" y="0"/>
          <a:ext cx="0" cy="0"/>
          <a:chOff x="0" y="0"/>
          <a:chExt cx="0" cy="0"/>
        </a:xfrm>
      </p:grpSpPr>
      <p:sp>
        <p:nvSpPr>
          <p:cNvPr id="416" name="Google Shape;416;p4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7" name="Shape 417"/>
        <p:cNvGrpSpPr/>
        <p:nvPr/>
      </p:nvGrpSpPr>
      <p:grpSpPr>
        <a:xfrm>
          <a:off x="0" y="0"/>
          <a:ext cx="0" cy="0"/>
          <a:chOff x="0" y="0"/>
          <a:chExt cx="0" cy="0"/>
        </a:xfrm>
      </p:grpSpPr>
      <p:sp>
        <p:nvSpPr>
          <p:cNvPr id="418" name="Google Shape;418;p48"/>
          <p:cNvSpPr/>
          <p:nvPr>
            <p:ph idx="2" type="pic"/>
          </p:nvPr>
        </p:nvSpPr>
        <p:spPr>
          <a:xfrm>
            <a:off x="3389600" y="118913"/>
            <a:ext cx="1643700" cy="1535100"/>
          </a:xfrm>
          <a:prstGeom prst="rect">
            <a:avLst/>
          </a:prstGeom>
          <a:noFill/>
          <a:ln>
            <a:noFill/>
          </a:ln>
        </p:spPr>
      </p:sp>
      <p:sp>
        <p:nvSpPr>
          <p:cNvPr id="419" name="Google Shape;419;p48"/>
          <p:cNvSpPr/>
          <p:nvPr>
            <p:ph idx="3" type="pic"/>
          </p:nvPr>
        </p:nvSpPr>
        <p:spPr>
          <a:xfrm>
            <a:off x="5195935" y="118913"/>
            <a:ext cx="1643700" cy="1535100"/>
          </a:xfrm>
          <a:prstGeom prst="rect">
            <a:avLst/>
          </a:prstGeom>
          <a:noFill/>
          <a:ln>
            <a:noFill/>
          </a:ln>
        </p:spPr>
      </p:sp>
      <p:sp>
        <p:nvSpPr>
          <p:cNvPr id="420" name="Google Shape;420;p48"/>
          <p:cNvSpPr/>
          <p:nvPr>
            <p:ph idx="4" type="pic"/>
          </p:nvPr>
        </p:nvSpPr>
        <p:spPr>
          <a:xfrm>
            <a:off x="7002270" y="118913"/>
            <a:ext cx="1643700" cy="1535100"/>
          </a:xfrm>
          <a:prstGeom prst="rect">
            <a:avLst/>
          </a:prstGeom>
          <a:noFill/>
          <a:ln>
            <a:noFill/>
          </a:ln>
        </p:spPr>
      </p:sp>
      <p:sp>
        <p:nvSpPr>
          <p:cNvPr id="421" name="Google Shape;421;p48"/>
          <p:cNvSpPr/>
          <p:nvPr>
            <p:ph idx="5" type="pic"/>
          </p:nvPr>
        </p:nvSpPr>
        <p:spPr>
          <a:xfrm>
            <a:off x="3389588" y="1804212"/>
            <a:ext cx="1643700" cy="1535100"/>
          </a:xfrm>
          <a:prstGeom prst="rect">
            <a:avLst/>
          </a:prstGeom>
          <a:noFill/>
          <a:ln>
            <a:noFill/>
          </a:ln>
        </p:spPr>
      </p:sp>
      <p:sp>
        <p:nvSpPr>
          <p:cNvPr id="422" name="Google Shape;422;p48"/>
          <p:cNvSpPr/>
          <p:nvPr>
            <p:ph idx="6" type="pic"/>
          </p:nvPr>
        </p:nvSpPr>
        <p:spPr>
          <a:xfrm>
            <a:off x="5195922" y="1804212"/>
            <a:ext cx="1643700" cy="1535100"/>
          </a:xfrm>
          <a:prstGeom prst="rect">
            <a:avLst/>
          </a:prstGeom>
          <a:noFill/>
          <a:ln>
            <a:noFill/>
          </a:ln>
        </p:spPr>
      </p:sp>
      <p:sp>
        <p:nvSpPr>
          <p:cNvPr id="423" name="Google Shape;423;p48"/>
          <p:cNvSpPr/>
          <p:nvPr>
            <p:ph idx="7" type="pic"/>
          </p:nvPr>
        </p:nvSpPr>
        <p:spPr>
          <a:xfrm>
            <a:off x="7002257" y="1804212"/>
            <a:ext cx="1643700" cy="1535100"/>
          </a:xfrm>
          <a:prstGeom prst="rect">
            <a:avLst/>
          </a:prstGeom>
          <a:noFill/>
          <a:ln>
            <a:noFill/>
          </a:ln>
        </p:spPr>
      </p:sp>
      <p:sp>
        <p:nvSpPr>
          <p:cNvPr id="424" name="Google Shape;424;p48"/>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5" name="Google Shape;425;p48"/>
          <p:cNvSpPr/>
          <p:nvPr>
            <p:ph idx="8" type="pic"/>
          </p:nvPr>
        </p:nvSpPr>
        <p:spPr>
          <a:xfrm>
            <a:off x="3389588" y="3489487"/>
            <a:ext cx="1643700" cy="1535100"/>
          </a:xfrm>
          <a:prstGeom prst="rect">
            <a:avLst/>
          </a:prstGeom>
          <a:noFill/>
          <a:ln>
            <a:noFill/>
          </a:ln>
        </p:spPr>
      </p:sp>
      <p:sp>
        <p:nvSpPr>
          <p:cNvPr id="426" name="Google Shape;426;p48"/>
          <p:cNvSpPr/>
          <p:nvPr>
            <p:ph idx="9" type="pic"/>
          </p:nvPr>
        </p:nvSpPr>
        <p:spPr>
          <a:xfrm>
            <a:off x="5195922" y="3489487"/>
            <a:ext cx="1643700" cy="1535100"/>
          </a:xfrm>
          <a:prstGeom prst="rect">
            <a:avLst/>
          </a:prstGeom>
          <a:noFill/>
          <a:ln>
            <a:noFill/>
          </a:ln>
        </p:spPr>
      </p:sp>
      <p:sp>
        <p:nvSpPr>
          <p:cNvPr id="427" name="Google Shape;427;p4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point 1">
  <p:cSld name="First point (h48d72d606561ebe0_16_0)">
    <p:spTree>
      <p:nvGrpSpPr>
        <p:cNvPr id="428" name="Shape 428"/>
        <p:cNvGrpSpPr/>
        <p:nvPr/>
      </p:nvGrpSpPr>
      <p:grpSpPr>
        <a:xfrm>
          <a:off x="0" y="0"/>
          <a:ext cx="0" cy="0"/>
          <a:chOff x="0" y="0"/>
          <a:chExt cx="0" cy="0"/>
        </a:xfrm>
      </p:grpSpPr>
      <p:sp>
        <p:nvSpPr>
          <p:cNvPr id="429" name="Google Shape;429;p49"/>
          <p:cNvSpPr/>
          <p:nvPr>
            <p:ph idx="2" type="pic"/>
          </p:nvPr>
        </p:nvSpPr>
        <p:spPr>
          <a:xfrm rot="-5400000">
            <a:off x="5139125" y="859575"/>
            <a:ext cx="4863600" cy="3144900"/>
          </a:xfrm>
          <a:prstGeom prst="round2SameRect">
            <a:avLst>
              <a:gd fmla="val 9992" name="adj1"/>
              <a:gd fmla="val 0" name="adj2"/>
            </a:avLst>
          </a:prstGeom>
          <a:noFill/>
          <a:ln>
            <a:noFill/>
          </a:ln>
        </p:spPr>
      </p:sp>
      <p:sp>
        <p:nvSpPr>
          <p:cNvPr id="430" name="Google Shape;430;p4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431" name="Google Shape;431;p49"/>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2" name="Google Shape;432;p49"/>
          <p:cNvSpPr txBox="1"/>
          <p:nvPr>
            <p:ph idx="3" type="body"/>
          </p:nvPr>
        </p:nvSpPr>
        <p:spPr>
          <a:xfrm>
            <a:off x="283475" y="1894950"/>
            <a:ext cx="2862000" cy="2341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33" name="Google Shape;433;p49"/>
          <p:cNvSpPr txBox="1"/>
          <p:nvPr>
            <p:ph idx="4" type="title"/>
          </p:nvPr>
        </p:nvSpPr>
        <p:spPr>
          <a:xfrm>
            <a:off x="6227075" y="283475"/>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311825" y="4696689"/>
            <a:ext cx="548700" cy="183000"/>
          </a:xfrm>
          <a:prstGeom prst="rect">
            <a:avLst/>
          </a:prstGeom>
          <a:noFill/>
          <a:ln>
            <a:noFill/>
          </a:ln>
        </p:spPr>
        <p:txBody>
          <a:bodyPr anchorCtr="0" anchor="b" bIns="0" lIns="91425" spcFirstLastPara="1" rIns="0" wrap="square" tIns="0">
            <a:normAutofit/>
          </a:bodyPr>
          <a:lstStyle>
            <a:lvl1pPr lvl="0" algn="r">
              <a:buNone/>
              <a:defRPr sz="800">
                <a:solidFill>
                  <a:schemeClr val="dk1"/>
                </a:solidFill>
                <a:latin typeface="Manrope"/>
                <a:ea typeface="Manrope"/>
                <a:cs typeface="Manrope"/>
                <a:sym typeface="Manrope"/>
              </a:defRPr>
            </a:lvl1pPr>
            <a:lvl2pPr lvl="1" algn="r">
              <a:buNone/>
              <a:defRPr sz="800">
                <a:solidFill>
                  <a:schemeClr val="dk1"/>
                </a:solidFill>
                <a:latin typeface="Manrope"/>
                <a:ea typeface="Manrope"/>
                <a:cs typeface="Manrope"/>
                <a:sym typeface="Manrope"/>
              </a:defRPr>
            </a:lvl2pPr>
            <a:lvl3pPr lvl="2" algn="r">
              <a:buNone/>
              <a:defRPr sz="800">
                <a:solidFill>
                  <a:schemeClr val="dk1"/>
                </a:solidFill>
                <a:latin typeface="Manrope"/>
                <a:ea typeface="Manrope"/>
                <a:cs typeface="Manrope"/>
                <a:sym typeface="Manrope"/>
              </a:defRPr>
            </a:lvl3pPr>
            <a:lvl4pPr lvl="3" algn="r">
              <a:buNone/>
              <a:defRPr sz="800">
                <a:solidFill>
                  <a:schemeClr val="dk1"/>
                </a:solidFill>
                <a:latin typeface="Manrope"/>
                <a:ea typeface="Manrope"/>
                <a:cs typeface="Manrope"/>
                <a:sym typeface="Manrope"/>
              </a:defRPr>
            </a:lvl4pPr>
            <a:lvl5pPr lvl="4" algn="r">
              <a:buNone/>
              <a:defRPr sz="800">
                <a:solidFill>
                  <a:schemeClr val="dk1"/>
                </a:solidFill>
                <a:latin typeface="Manrope"/>
                <a:ea typeface="Manrope"/>
                <a:cs typeface="Manrope"/>
                <a:sym typeface="Manrope"/>
              </a:defRPr>
            </a:lvl5pPr>
            <a:lvl6pPr lvl="5" algn="r">
              <a:buNone/>
              <a:defRPr sz="800">
                <a:solidFill>
                  <a:schemeClr val="dk1"/>
                </a:solidFill>
                <a:latin typeface="Manrope"/>
                <a:ea typeface="Manrope"/>
                <a:cs typeface="Manrope"/>
                <a:sym typeface="Manrope"/>
              </a:defRPr>
            </a:lvl6pPr>
            <a:lvl7pPr lvl="6" algn="r">
              <a:buNone/>
              <a:defRPr sz="800">
                <a:solidFill>
                  <a:schemeClr val="dk1"/>
                </a:solidFill>
                <a:latin typeface="Manrope"/>
                <a:ea typeface="Manrope"/>
                <a:cs typeface="Manrope"/>
                <a:sym typeface="Manrope"/>
              </a:defRPr>
            </a:lvl7pPr>
            <a:lvl8pPr lvl="7" algn="r">
              <a:buNone/>
              <a:defRPr sz="800">
                <a:solidFill>
                  <a:schemeClr val="dk1"/>
                </a:solidFill>
                <a:latin typeface="Manrope"/>
                <a:ea typeface="Manrope"/>
                <a:cs typeface="Manrope"/>
                <a:sym typeface="Manrope"/>
              </a:defRPr>
            </a:lvl8pPr>
            <a:lvl9pPr lvl="8" algn="r">
              <a:buNone/>
              <a:defRPr sz="800">
                <a:solidFill>
                  <a:schemeClr val="dk1"/>
                </a:solidFill>
                <a:latin typeface="Manrope"/>
                <a:ea typeface="Manrope"/>
                <a:cs typeface="Manrope"/>
                <a:sym typeface="Manrope"/>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284700" y="1782325"/>
            <a:ext cx="4287300" cy="29013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
        <p:nvSpPr>
          <p:cNvPr id="8" name="Google Shape;8;p1"/>
          <p:cNvSpPr txBox="1"/>
          <p:nvPr>
            <p:ph type="title"/>
          </p:nvPr>
        </p:nvSpPr>
        <p:spPr>
          <a:xfrm>
            <a:off x="283475" y="420225"/>
            <a:ext cx="7323300" cy="5721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1pPr>
            <a:lvl2pPr lvl="1">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2pPr>
            <a:lvl3pPr lvl="2">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3pPr>
            <a:lvl4pPr lvl="3">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4pPr>
            <a:lvl5pPr lvl="4">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5pPr>
            <a:lvl6pPr lvl="5">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6pPr>
            <a:lvl7pPr lvl="6">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7pPr>
            <a:lvl8pPr lvl="7">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8pPr>
            <a:lvl9pPr lvl="8">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00">
          <p15:clr>
            <a:schemeClr val="accent3"/>
          </p15:clr>
        </p15:guide>
        <p15:guide id="2" orient="horz" pos="300">
          <p15:clr>
            <a:schemeClr val="accent3"/>
          </p15:clr>
        </p15:guide>
        <p15:guide id="3" orient="horz" pos="899">
          <p15:clr>
            <a:schemeClr val="accent3"/>
          </p15:clr>
        </p15:guide>
        <p15:guide id="4" pos="1561">
          <p15:clr>
            <a:schemeClr val="accent3"/>
          </p15:clr>
        </p15:guide>
        <p15:guide id="5" pos="1619">
          <p15:clr>
            <a:schemeClr val="accent3"/>
          </p15:clr>
        </p15:guide>
        <p15:guide id="6" orient="horz" pos="962">
          <p15:clr>
            <a:schemeClr val="accent3"/>
          </p15:clr>
        </p15:guide>
        <p15:guide id="7" orient="horz" pos="1561">
          <p15:clr>
            <a:schemeClr val="accent3"/>
          </p15:clr>
        </p15:guide>
        <p15:guide id="8" orient="horz" pos="1619">
          <p15:clr>
            <a:schemeClr val="accent3"/>
          </p15:clr>
        </p15:guide>
        <p15:guide id="9" orient="horz" pos="2281">
          <p15:clr>
            <a:schemeClr val="accent3"/>
          </p15:clr>
        </p15:guide>
        <p15:guide id="10" orient="horz" pos="2339">
          <p15:clr>
            <a:schemeClr val="accent3"/>
          </p15:clr>
        </p15:guide>
        <p15:guide id="11" orient="horz" pos="2943">
          <p15:clr>
            <a:schemeClr val="accent3"/>
          </p15:clr>
        </p15:guide>
        <p15:guide id="12" pos="1981">
          <p15:clr>
            <a:schemeClr val="accent5"/>
          </p15:clr>
        </p15:guide>
        <p15:guide id="13" pos="2039">
          <p15:clr>
            <a:schemeClr val="accent5"/>
          </p15:clr>
        </p15:guide>
        <p15:guide id="14" pos="2880">
          <p15:clr>
            <a:schemeClr val="accent3"/>
          </p15:clr>
        </p15:guide>
        <p15:guide id="15" pos="2938">
          <p15:clr>
            <a:schemeClr val="accent3"/>
          </p15:clr>
        </p15:guide>
        <p15:guide id="16" pos="3721">
          <p15:clr>
            <a:schemeClr val="accent5"/>
          </p15:clr>
        </p15:guide>
        <p15:guide id="17" pos="3779">
          <p15:clr>
            <a:schemeClr val="accent5"/>
          </p15:clr>
        </p15:guide>
        <p15:guide id="18" pos="4141">
          <p15:clr>
            <a:schemeClr val="accent3"/>
          </p15:clr>
        </p15:guide>
        <p15:guide id="19" pos="4199">
          <p15:clr>
            <a:schemeClr val="accent3"/>
          </p15:clr>
        </p15:guide>
        <p15:guide id="20" pos="5460">
          <p15:clr>
            <a:schemeClr val="accent3"/>
          </p15:clr>
        </p15:guide>
        <p15:guide id="21" pos="179">
          <p15:clr>
            <a:schemeClr val="accent1"/>
          </p15:clr>
        </p15:guide>
        <p15:guide id="22" pos="5581">
          <p15:clr>
            <a:schemeClr val="accent1"/>
          </p15:clr>
        </p15:guide>
        <p15:guide id="23" orient="horz" pos="179">
          <p15:clr>
            <a:schemeClr val="accent1"/>
          </p15:clr>
        </p15:guide>
        <p15:guide id="24" orient="horz" pos="3059">
          <p15:clr>
            <a:schemeClr val="accent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0"/>
          <p:cNvSpPr/>
          <p:nvPr/>
        </p:nvSpPr>
        <p:spPr>
          <a:xfrm rot="-5400000">
            <a:off x="3765875" y="-1242675"/>
            <a:ext cx="3129300" cy="7631700"/>
          </a:xfrm>
          <a:prstGeom prst="round2SameRect">
            <a:avLst>
              <a:gd fmla="val 6150" name="adj1"/>
              <a:gd fmla="val 0" name="adj2"/>
            </a:avLst>
          </a:prstGeom>
          <a:solidFill>
            <a:schemeClr val="lt1"/>
          </a:solidFill>
          <a:ln>
            <a:noFill/>
          </a:ln>
          <a:effectLst>
            <a:outerShdw blurRad="200025" rotWithShape="0" algn="bl" dir="9000000" dist="7620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a:ea typeface="Nunito"/>
              <a:cs typeface="Nunito"/>
              <a:sym typeface="Nunito"/>
            </a:endParaRPr>
          </a:p>
        </p:txBody>
      </p:sp>
      <p:sp>
        <p:nvSpPr>
          <p:cNvPr id="439" name="Google Shape;439;p50"/>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p>
            <a:pPr indent="-228600" lvl="0" marL="457200" rtl="0" algn="ctr">
              <a:lnSpc>
                <a:spcPct val="115000"/>
              </a:lnSpc>
              <a:spcBef>
                <a:spcPts val="0"/>
              </a:spcBef>
              <a:spcAft>
                <a:spcPts val="0"/>
              </a:spcAft>
              <a:buClr>
                <a:srgbClr val="273540"/>
              </a:buClr>
              <a:buSzPts val="2000"/>
              <a:buFont typeface="Manrope"/>
              <a:buNone/>
            </a:pPr>
            <a:r>
              <a:rPr b="1" lang="en" sz="2000">
                <a:solidFill>
                  <a:srgbClr val="000000"/>
                </a:solidFill>
                <a:latin typeface="Manrope"/>
                <a:ea typeface="Manrope"/>
                <a:cs typeface="Manrope"/>
                <a:sym typeface="Manrope"/>
              </a:rPr>
              <a:t>Group Case 6</a:t>
            </a:r>
            <a:endParaRPr b="1" sz="2000">
              <a:solidFill>
                <a:srgbClr val="000000"/>
              </a:solidFill>
              <a:latin typeface="Manrope"/>
              <a:ea typeface="Manrope"/>
              <a:cs typeface="Manrope"/>
              <a:sym typeface="Manrope"/>
            </a:endParaRPr>
          </a:p>
          <a:p>
            <a:pPr indent="-228600" lvl="0" marL="457200" rtl="0" algn="ctr">
              <a:lnSpc>
                <a:spcPct val="115000"/>
              </a:lnSpc>
              <a:spcBef>
                <a:spcPts val="0"/>
              </a:spcBef>
              <a:spcAft>
                <a:spcPts val="0"/>
              </a:spcAft>
              <a:buClr>
                <a:srgbClr val="273540"/>
              </a:buClr>
              <a:buSzPts val="2000"/>
              <a:buFont typeface="Manrope"/>
              <a:buNone/>
            </a:pPr>
            <a:r>
              <a:rPr lang="en" sz="2000">
                <a:solidFill>
                  <a:srgbClr val="000000"/>
                </a:solidFill>
                <a:latin typeface="Manrope"/>
                <a:ea typeface="Manrope"/>
                <a:cs typeface="Manrope"/>
                <a:sym typeface="Manrope"/>
              </a:rPr>
              <a:t>Netflix: Pricing Decision</a:t>
            </a:r>
            <a:endParaRPr sz="2000">
              <a:latin typeface="Manrope"/>
              <a:ea typeface="Manrope"/>
              <a:cs typeface="Manrope"/>
              <a:sym typeface="Manrope"/>
            </a:endParaRPr>
          </a:p>
        </p:txBody>
      </p:sp>
      <p:sp>
        <p:nvSpPr>
          <p:cNvPr id="440" name="Google Shape;440;p50"/>
          <p:cNvSpPr txBox="1"/>
          <p:nvPr>
            <p:ph idx="4294967295" type="subTitle"/>
          </p:nvPr>
        </p:nvSpPr>
        <p:spPr>
          <a:xfrm>
            <a:off x="2612225" y="3190100"/>
            <a:ext cx="5436600" cy="765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latin typeface="Manrope"/>
                <a:ea typeface="Manrope"/>
                <a:cs typeface="Manrope"/>
                <a:sym typeface="Manrope"/>
              </a:rPr>
              <a:t>Team 3: Heven Abraha, Nia Bishop, Haotian Du, Rutendo Nyoka, Julia See</a:t>
            </a:r>
            <a:endParaRPr sz="1500">
              <a:latin typeface="Manrope"/>
              <a:ea typeface="Manrope"/>
              <a:cs typeface="Manrope"/>
              <a:sym typeface="Manrope"/>
            </a:endParaRPr>
          </a:p>
        </p:txBody>
      </p:sp>
      <p:sp>
        <p:nvSpPr>
          <p:cNvPr id="441" name="Google Shape;441;p50"/>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p>
            <a:pPr indent="0" lvl="0" marL="0" rtl="0" algn="l">
              <a:spcBef>
                <a:spcPts val="0"/>
              </a:spcBef>
              <a:spcAft>
                <a:spcPts val="0"/>
              </a:spcAft>
              <a:buSzPts val="688"/>
              <a:buNone/>
            </a:pPr>
            <a:r>
              <a:rPr lang="en"/>
              <a:t>BUMK 773</a:t>
            </a:r>
            <a:endParaRPr/>
          </a:p>
        </p:txBody>
      </p:sp>
      <p:pic>
        <p:nvPicPr>
          <p:cNvPr descr="Marble texture (Provided by Getty Images)" id="442" name="Google Shape;442;p50"/>
          <p:cNvPicPr preferRelativeResize="0"/>
          <p:nvPr/>
        </p:nvPicPr>
        <p:blipFill rotWithShape="1">
          <a:blip r:embed="rId3">
            <a:alphaModFix/>
          </a:blip>
          <a:srcRect b="8354" l="51184" r="0" t="70762"/>
          <a:stretch/>
        </p:blipFill>
        <p:spPr>
          <a:xfrm>
            <a:off x="0" y="4172200"/>
            <a:ext cx="1464300" cy="971400"/>
          </a:xfrm>
          <a:prstGeom prst="round1Rect">
            <a:avLst>
              <a:gd fmla="val 16667" name="adj"/>
            </a:avLst>
          </a:prstGeom>
          <a:noFill/>
          <a:ln>
            <a:noFill/>
          </a:ln>
        </p:spPr>
      </p:pic>
      <p:pic>
        <p:nvPicPr>
          <p:cNvPr descr="Marble texture (Provided by Getty Images)" id="443" name="Google Shape;443;p50"/>
          <p:cNvPicPr preferRelativeResize="0"/>
          <p:nvPr/>
        </p:nvPicPr>
        <p:blipFill rotWithShape="1">
          <a:blip r:embed="rId3">
            <a:alphaModFix/>
          </a:blip>
          <a:srcRect b="8358" l="0" r="0" t="70763"/>
          <a:stretch/>
        </p:blipFill>
        <p:spPr>
          <a:xfrm rot="10800000">
            <a:off x="1514675" y="-100"/>
            <a:ext cx="3100200" cy="971400"/>
          </a:xfrm>
          <a:prstGeom prst="round2SameRect">
            <a:avLst>
              <a:gd fmla="val 16667" name="adj1"/>
              <a:gd fmla="val 0" name="adj2"/>
            </a:avLst>
          </a:prstGeom>
          <a:noFill/>
          <a:ln>
            <a:noFill/>
          </a:ln>
        </p:spPr>
      </p:pic>
      <p:pic>
        <p:nvPicPr>
          <p:cNvPr descr="Smooth stone texture (Provided by Getty Images)" id="444" name="Google Shape;444;p50"/>
          <p:cNvPicPr preferRelativeResize="0"/>
          <p:nvPr/>
        </p:nvPicPr>
        <p:blipFill rotWithShape="1">
          <a:blip r:embed="rId4">
            <a:alphaModFix/>
          </a:blip>
          <a:srcRect b="77982" l="86246" r="14" t="347"/>
          <a:stretch/>
        </p:blipFill>
        <p:spPr>
          <a:xfrm flipH="1">
            <a:off x="8212800" y="4183200"/>
            <a:ext cx="931200" cy="960300"/>
          </a:xfrm>
          <a:prstGeom prst="round1Rect">
            <a:avLst>
              <a:gd fmla="val 22027" name="adj"/>
            </a:avLst>
          </a:prstGeom>
          <a:noFill/>
          <a:ln>
            <a:noFill/>
          </a:ln>
          <a:effectLst>
            <a:outerShdw blurRad="171450" rotWithShape="0" algn="bl" dir="11520000" dist="57150">
              <a:schemeClr val="dk1">
                <a:alpha val="17650"/>
              </a:schemeClr>
            </a:outerShdw>
          </a:effectLst>
        </p:spPr>
      </p:pic>
      <p:pic>
        <p:nvPicPr>
          <p:cNvPr descr="Smooth stone texture (Provided by Getty Images)" id="445" name="Google Shape;445;p50"/>
          <p:cNvPicPr preferRelativeResize="0"/>
          <p:nvPr/>
        </p:nvPicPr>
        <p:blipFill rotWithShape="1">
          <a:blip r:embed="rId4">
            <a:alphaModFix/>
          </a:blip>
          <a:srcRect b="77982" l="32628" r="13" t="347"/>
          <a:stretch/>
        </p:blipFill>
        <p:spPr>
          <a:xfrm rot="10800000">
            <a:off x="4664850" y="0"/>
            <a:ext cx="4479000" cy="960300"/>
          </a:xfrm>
          <a:prstGeom prst="round1Rect">
            <a:avLst>
              <a:gd fmla="val 22027" name="adj"/>
            </a:avLst>
          </a:prstGeom>
          <a:noFill/>
          <a:ln>
            <a:noFill/>
          </a:ln>
          <a:effectLst>
            <a:outerShdw blurRad="171450" rotWithShape="0" algn="bl" dir="11520000" dist="95250">
              <a:schemeClr val="dk1">
                <a:alpha val="10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1"/>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pic>
        <p:nvPicPr>
          <p:cNvPr descr="marble (Provided by Getty Images)" id="451" name="Google Shape;451;p51"/>
          <p:cNvPicPr preferRelativeResize="0"/>
          <p:nvPr/>
        </p:nvPicPr>
        <p:blipFill rotWithShape="1">
          <a:blip r:embed="rId3">
            <a:alphaModFix/>
          </a:blip>
          <a:srcRect b="27416" l="-9955" r="-14022" t="19452"/>
          <a:stretch/>
        </p:blipFill>
        <p:spPr>
          <a:xfrm rot="-5400000">
            <a:off x="4943100" y="810000"/>
            <a:ext cx="4768200" cy="3148200"/>
          </a:xfrm>
          <a:prstGeom prst="round2SameRect">
            <a:avLst>
              <a:gd fmla="val 9592" name="adj1"/>
              <a:gd fmla="val 0" name="adj2"/>
            </a:avLst>
          </a:prstGeom>
          <a:noFill/>
          <a:ln>
            <a:noFill/>
          </a:ln>
        </p:spPr>
      </p:pic>
      <p:sp>
        <p:nvSpPr>
          <p:cNvPr id="452" name="Google Shape;452;p51"/>
          <p:cNvSpPr txBox="1"/>
          <p:nvPr>
            <p:ph idx="4" type="title"/>
          </p:nvPr>
        </p:nvSpPr>
        <p:spPr>
          <a:xfrm>
            <a:off x="6144900" y="0"/>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453" name="Google Shape;453;p51"/>
          <p:cNvSpPr txBox="1"/>
          <p:nvPr>
            <p:ph idx="3" type="body"/>
          </p:nvPr>
        </p:nvSpPr>
        <p:spPr>
          <a:xfrm>
            <a:off x="228600" y="190500"/>
            <a:ext cx="5524500" cy="4762500"/>
          </a:xfrm>
          <a:prstGeom prst="rect">
            <a:avLst/>
          </a:prstGeom>
          <a:solidFill>
            <a:srgbClr val="000000">
              <a:alpha val="0"/>
            </a:srgbClr>
          </a:solidFill>
          <a:ln>
            <a:noFill/>
          </a:ln>
        </p:spPr>
        <p:txBody>
          <a:bodyPr anchorCtr="0" anchor="t" bIns="38100" lIns="38100" spcFirstLastPara="1" rIns="38100" wrap="square" tIns="38100">
            <a:noAutofit/>
          </a:bodyPr>
          <a:lstStyle/>
          <a:p>
            <a:pPr indent="0" lvl="0" marL="0" rtl="0" algn="l">
              <a:spcBef>
                <a:spcPts val="0"/>
              </a:spcBef>
              <a:spcAft>
                <a:spcPts val="0"/>
              </a:spcAft>
              <a:buNone/>
            </a:pPr>
            <a:r>
              <a:rPr b="1" lang="en" sz="1300">
                <a:latin typeface="Times New Roman"/>
                <a:ea typeface="Times New Roman"/>
                <a:cs typeface="Times New Roman"/>
                <a:sym typeface="Times New Roman"/>
              </a:rPr>
              <a:t>Business Model Shift</a:t>
            </a:r>
            <a:endParaRPr b="1" sz="1300">
              <a:latin typeface="Times New Roman"/>
              <a:ea typeface="Times New Roman"/>
              <a:cs typeface="Times New Roman"/>
              <a:sym typeface="Times New Roman"/>
            </a:endParaRPr>
          </a:p>
          <a:p>
            <a:pPr indent="0" lvl="0" marL="0" rtl="0" algn="l">
              <a:spcBef>
                <a:spcPts val="300"/>
              </a:spcBef>
              <a:spcAft>
                <a:spcPts val="0"/>
              </a:spcAft>
              <a:buNone/>
            </a:pPr>
            <a:r>
              <a:rPr b="1" lang="en" sz="1700">
                <a:latin typeface="Times New Roman"/>
                <a:ea typeface="Times New Roman"/>
                <a:cs typeface="Times New Roman"/>
                <a:sym typeface="Times New Roman"/>
              </a:rPr>
              <a:t>Variable Cost to Fixed Cost Scale Model</a:t>
            </a:r>
            <a:endParaRPr b="1" sz="1700">
              <a:latin typeface="Times New Roman"/>
              <a:ea typeface="Times New Roman"/>
              <a:cs typeface="Times New Roman"/>
              <a:sym typeface="Times New Roman"/>
            </a:endParaRPr>
          </a:p>
          <a:p>
            <a:pPr indent="0" lvl="0" marL="0" rtl="0" algn="l">
              <a:spcBef>
                <a:spcPts val="450"/>
              </a:spcBef>
              <a:spcAft>
                <a:spcPts val="0"/>
              </a:spcAft>
              <a:buNone/>
            </a:pPr>
            <a:r>
              <a:rPr lang="en" sz="1250">
                <a:latin typeface="Times New Roman"/>
                <a:ea typeface="Times New Roman"/>
                <a:cs typeface="Times New Roman"/>
                <a:sym typeface="Times New Roman"/>
              </a:rPr>
              <a:t>Moving to streaming eliminated per-disc delivery costs, replacing them with high fixed content licensing fees that require massive subscriber scale to achieve profitability.</a:t>
            </a:r>
            <a:endParaRPr sz="1250">
              <a:latin typeface="Times New Roman"/>
              <a:ea typeface="Times New Roman"/>
              <a:cs typeface="Times New Roman"/>
              <a:sym typeface="Times New Roman"/>
            </a:endParaRPr>
          </a:p>
          <a:p>
            <a:pPr indent="0" lvl="0" marL="0" rtl="0" algn="l">
              <a:spcBef>
                <a:spcPts val="900"/>
              </a:spcBef>
              <a:spcAft>
                <a:spcPts val="0"/>
              </a:spcAft>
              <a:buNone/>
            </a:pPr>
            <a:r>
              <a:rPr b="1" lang="en" sz="1400">
                <a:latin typeface="Times New Roman"/>
                <a:ea typeface="Times New Roman"/>
                <a:cs typeface="Times New Roman"/>
                <a:sym typeface="Times New Roman"/>
              </a:rPr>
              <a:t>DVD Model (Variable Cost)</a:t>
            </a:r>
            <a:endParaRPr b="1" sz="1400">
              <a:latin typeface="Times New Roman"/>
              <a:ea typeface="Times New Roman"/>
              <a:cs typeface="Times New Roman"/>
              <a:sym typeface="Times New Roman"/>
            </a:endParaRPr>
          </a:p>
          <a:p>
            <a:pPr indent="0" lvl="0" marL="0" rtl="0" algn="l">
              <a:spcBef>
                <a:spcPts val="900"/>
              </a:spcBef>
              <a:spcAft>
                <a:spcPts val="0"/>
              </a:spcAft>
              <a:buNone/>
            </a:pPr>
            <a:r>
              <a:rPr b="1" lang="en" sz="1200">
                <a:latin typeface="Times New Roman"/>
                <a:ea typeface="Times New Roman"/>
                <a:cs typeface="Times New Roman"/>
                <a:sym typeface="Times New Roman"/>
              </a:rPr>
              <a:t>High cost per use:</a:t>
            </a:r>
            <a:r>
              <a:rPr lang="en" sz="1200">
                <a:latin typeface="Times New Roman"/>
                <a:ea typeface="Times New Roman"/>
                <a:cs typeface="Times New Roman"/>
                <a:sym typeface="Times New Roman"/>
              </a:rPr>
              <a:t> $1.15 variable cost per rental.</a:t>
            </a:r>
            <a:endParaRPr sz="1200">
              <a:latin typeface="Times New Roman"/>
              <a:ea typeface="Times New Roman"/>
              <a:cs typeface="Times New Roman"/>
              <a:sym typeface="Times New Roman"/>
            </a:endParaRPr>
          </a:p>
          <a:p>
            <a:pPr indent="-304800" lvl="0" marL="457200" rtl="0" algn="l">
              <a:spcBef>
                <a:spcPts val="600"/>
              </a:spcBef>
              <a:spcAft>
                <a:spcPts val="0"/>
              </a:spcAft>
              <a:buClr>
                <a:schemeClr val="dk1"/>
              </a:buClr>
              <a:buSzPts val="1200"/>
              <a:buFont typeface="Manrope"/>
              <a:buChar char="●"/>
            </a:pPr>
            <a:r>
              <a:rPr b="1" lang="en" sz="1200">
                <a:latin typeface="Times New Roman"/>
                <a:ea typeface="Times New Roman"/>
                <a:cs typeface="Times New Roman"/>
                <a:sym typeface="Times New Roman"/>
              </a:rPr>
              <a:t>Unit economics:</a:t>
            </a:r>
            <a:r>
              <a:rPr lang="en" sz="1200">
                <a:latin typeface="Times New Roman"/>
                <a:ea typeface="Times New Roman"/>
                <a:cs typeface="Times New Roman"/>
                <a:sym typeface="Times New Roman"/>
              </a:rPr>
              <a:t> 6 rentals/month = $7.00 variable cost against a $7.99 subscription price.</a:t>
            </a:r>
            <a:endParaRPr sz="1200">
              <a:latin typeface="Times New Roman"/>
              <a:ea typeface="Times New Roman"/>
              <a:cs typeface="Times New Roman"/>
              <a:sym typeface="Times New Roman"/>
            </a:endParaRPr>
          </a:p>
          <a:p>
            <a:pPr indent="-304800" lvl="0" marL="457200" rtl="0" algn="l">
              <a:spcBef>
                <a:spcPts val="450"/>
              </a:spcBef>
              <a:spcAft>
                <a:spcPts val="0"/>
              </a:spcAft>
              <a:buClr>
                <a:schemeClr val="dk1"/>
              </a:buClr>
              <a:buSzPts val="1200"/>
              <a:buFont typeface="Manrope"/>
              <a:buChar char="●"/>
            </a:pPr>
            <a:r>
              <a:rPr b="1" lang="en" sz="1200">
                <a:latin typeface="Times New Roman"/>
                <a:ea typeface="Times New Roman"/>
                <a:cs typeface="Times New Roman"/>
                <a:sym typeface="Times New Roman"/>
              </a:rPr>
              <a:t>Constraint:</a:t>
            </a:r>
            <a:r>
              <a:rPr lang="en" sz="1200">
                <a:latin typeface="Times New Roman"/>
                <a:ea typeface="Times New Roman"/>
                <a:cs typeface="Times New Roman"/>
                <a:sym typeface="Times New Roman"/>
              </a:rPr>
              <a:t> Costs scaled directly with user engagement.</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 sz="1400">
                <a:latin typeface="Times New Roman"/>
                <a:ea typeface="Times New Roman"/>
                <a:cs typeface="Times New Roman"/>
                <a:sym typeface="Times New Roman"/>
              </a:rPr>
              <a:t>Streaming Model (Fixed Cost)</a:t>
            </a:r>
            <a:endParaRPr sz="1200">
              <a:latin typeface="Times New Roman"/>
              <a:ea typeface="Times New Roman"/>
              <a:cs typeface="Times New Roman"/>
              <a:sym typeface="Times New Roman"/>
            </a:endParaRPr>
          </a:p>
          <a:p>
            <a:pPr indent="-304800" lvl="0" marL="457200" rtl="0" algn="l">
              <a:spcBef>
                <a:spcPts val="600"/>
              </a:spcBef>
              <a:spcAft>
                <a:spcPts val="0"/>
              </a:spcAft>
              <a:buClr>
                <a:schemeClr val="dk1"/>
              </a:buClr>
              <a:buSzPts val="1200"/>
              <a:buFont typeface="Manrope"/>
              <a:buChar char="●"/>
            </a:pPr>
            <a:r>
              <a:rPr b="1" lang="en" sz="1200">
                <a:latin typeface="Times New Roman"/>
                <a:ea typeface="Times New Roman"/>
                <a:cs typeface="Times New Roman"/>
                <a:sym typeface="Times New Roman"/>
              </a:rPr>
              <a:t>Low delivery cost:</a:t>
            </a:r>
            <a:r>
              <a:rPr lang="en" sz="1200">
                <a:latin typeface="Times New Roman"/>
                <a:ea typeface="Times New Roman"/>
                <a:cs typeface="Times New Roman"/>
                <a:sym typeface="Times New Roman"/>
              </a:rPr>
              <a:t> Only $0.45 per subscriber per month.</a:t>
            </a:r>
            <a:endParaRPr sz="1200">
              <a:latin typeface="Times New Roman"/>
              <a:ea typeface="Times New Roman"/>
              <a:cs typeface="Times New Roman"/>
              <a:sym typeface="Times New Roman"/>
            </a:endParaRPr>
          </a:p>
          <a:p>
            <a:pPr indent="-304800" lvl="0" marL="457200" rtl="0" algn="l">
              <a:spcBef>
                <a:spcPts val="450"/>
              </a:spcBef>
              <a:spcAft>
                <a:spcPts val="0"/>
              </a:spcAft>
              <a:buClr>
                <a:schemeClr val="dk1"/>
              </a:buClr>
              <a:buSzPts val="1200"/>
              <a:buFont typeface="Manrope"/>
              <a:buChar char="●"/>
            </a:pPr>
            <a:r>
              <a:rPr b="1" lang="en" sz="1200">
                <a:latin typeface="Times New Roman"/>
                <a:ea typeface="Times New Roman"/>
                <a:cs typeface="Times New Roman"/>
                <a:sym typeface="Times New Roman"/>
              </a:rPr>
              <a:t>Licensing burden:</a:t>
            </a:r>
            <a:r>
              <a:rPr lang="en" sz="1200">
                <a:latin typeface="Times New Roman"/>
                <a:ea typeface="Times New Roman"/>
                <a:cs typeface="Times New Roman"/>
                <a:sym typeface="Times New Roman"/>
              </a:rPr>
              <a:t> $1.07B (2011) to projected $2B fixed content spend.</a:t>
            </a:r>
            <a:endParaRPr sz="1200">
              <a:latin typeface="Times New Roman"/>
              <a:ea typeface="Times New Roman"/>
              <a:cs typeface="Times New Roman"/>
              <a:sym typeface="Times New Roman"/>
            </a:endParaRPr>
          </a:p>
          <a:p>
            <a:pPr indent="-304800" lvl="0" marL="457200" rtl="0" algn="l">
              <a:spcBef>
                <a:spcPts val="450"/>
              </a:spcBef>
              <a:spcAft>
                <a:spcPts val="0"/>
              </a:spcAft>
              <a:buClr>
                <a:schemeClr val="dk1"/>
              </a:buClr>
              <a:buSzPts val="1200"/>
              <a:buFont typeface="Manrope"/>
              <a:buChar char="●"/>
            </a:pPr>
            <a:r>
              <a:rPr b="1" lang="en" sz="1200">
                <a:latin typeface="Times New Roman"/>
                <a:ea typeface="Times New Roman"/>
                <a:cs typeface="Times New Roman"/>
                <a:sym typeface="Times New Roman"/>
              </a:rPr>
              <a:t>Scale target:</a:t>
            </a:r>
            <a:r>
              <a:rPr lang="en" sz="1200">
                <a:latin typeface="Times New Roman"/>
                <a:ea typeface="Times New Roman"/>
                <a:cs typeface="Times New Roman"/>
                <a:sym typeface="Times New Roman"/>
              </a:rPr>
              <a:t> Requires 22M subscribers to break even on content.</a:t>
            </a:r>
            <a:endParaRPr sz="1200">
              <a:latin typeface="Times New Roman"/>
              <a:ea typeface="Times New Roman"/>
              <a:cs typeface="Times New Roman"/>
              <a:sym typeface="Times New Roman"/>
            </a:endParaRPr>
          </a:p>
          <a:p>
            <a:pPr indent="0" lvl="0" marL="0" rtl="0" algn="l">
              <a:spcBef>
                <a:spcPts val="900"/>
              </a:spcBef>
              <a:spcAft>
                <a:spcPts val="0"/>
              </a:spcAft>
              <a:buNone/>
            </a:pPr>
            <a:r>
              <a:rPr b="1" lang="en" sz="1200">
                <a:latin typeface="Times New Roman"/>
                <a:ea typeface="Times New Roman"/>
                <a:cs typeface="Times New Roman"/>
                <a:sym typeface="Times New Roman"/>
              </a:rPr>
              <a:t>Strategic Takeaway</a:t>
            </a:r>
            <a:endParaRPr b="1" sz="1200">
              <a:latin typeface="Times New Roman"/>
              <a:ea typeface="Times New Roman"/>
              <a:cs typeface="Times New Roman"/>
              <a:sym typeface="Times New Roman"/>
            </a:endParaRPr>
          </a:p>
          <a:p>
            <a:pPr indent="0" lvl="0" marL="0" rtl="0" algn="l">
              <a:spcBef>
                <a:spcPts val="150"/>
              </a:spcBef>
              <a:spcAft>
                <a:spcPts val="0"/>
              </a:spcAft>
              <a:buNone/>
            </a:pPr>
            <a:r>
              <a:rPr lang="en" sz="1250">
                <a:latin typeface="Times New Roman"/>
                <a:ea typeface="Times New Roman"/>
                <a:cs typeface="Times New Roman"/>
                <a:sym typeface="Times New Roman"/>
              </a:rPr>
              <a:t>Because streaming is a pure scale business, pricing strategy must prioritize subscriber retention and volume growth over extracting higher revenue per user.</a:t>
            </a:r>
            <a:endParaRPr sz="1250">
              <a:latin typeface="Times New Roman"/>
              <a:ea typeface="Times New Roman"/>
              <a:cs typeface="Times New Roman"/>
              <a:sym typeface="Times New Roman"/>
            </a:endParaRPr>
          </a:p>
        </p:txBody>
      </p:sp>
      <p:sp>
        <p:nvSpPr>
          <p:cNvPr id="454" name="Google Shape;454;p51"/>
          <p:cNvSpPr txBox="1"/>
          <p:nvPr/>
        </p:nvSpPr>
        <p:spPr>
          <a:xfrm>
            <a:off x="5805325" y="1000125"/>
            <a:ext cx="3148200" cy="3952800"/>
          </a:xfrm>
          <a:prstGeom prst="rect">
            <a:avLst/>
          </a:prstGeom>
          <a:solidFill>
            <a:srgbClr val="000000">
              <a:alpha val="0"/>
            </a:srgbClr>
          </a:solidFill>
          <a:ln>
            <a:noFill/>
          </a:ln>
        </p:spPr>
        <p:txBody>
          <a:bodyPr anchorCtr="0" anchor="t" bIns="95250" lIns="95250" spcFirstLastPara="1" rIns="95250" wrap="square" tIns="95250">
            <a:noAutofit/>
          </a:bodyPr>
          <a:lstStyle/>
          <a:p>
            <a:pPr indent="0" lvl="0" marL="0" rtl="0" algn="l">
              <a:spcBef>
                <a:spcPts val="0"/>
              </a:spcBef>
              <a:spcAft>
                <a:spcPts val="0"/>
              </a:spcAft>
              <a:buNone/>
            </a:pPr>
            <a:r>
              <a:rPr lang="en" sz="1150">
                <a:solidFill>
                  <a:srgbClr val="374151"/>
                </a:solidFill>
                <a:latin typeface="Times New Roman"/>
                <a:ea typeface="Times New Roman"/>
                <a:cs typeface="Times New Roman"/>
                <a:sym typeface="Times New Roman"/>
              </a:rPr>
              <a:t>Q1. How did Netflix’s cost structure change as the company moved from movies on disk-through-the-mail to streaming?</a:t>
            </a:r>
            <a:endParaRPr sz="1150">
              <a:solidFill>
                <a:srgbClr val="374151"/>
              </a:solidFill>
              <a:latin typeface="Times New Roman"/>
              <a:ea typeface="Times New Roman"/>
              <a:cs typeface="Times New Roman"/>
              <a:sym typeface="Times New Roman"/>
            </a:endParaRPr>
          </a:p>
          <a:p>
            <a:pPr indent="0" lvl="0" marL="0" rtl="0" algn="l">
              <a:spcBef>
                <a:spcPts val="1200"/>
              </a:spcBef>
              <a:spcAft>
                <a:spcPts val="900"/>
              </a:spcAft>
              <a:buNone/>
            </a:pPr>
            <a:r>
              <a:t/>
            </a:r>
            <a:endParaRPr b="1" sz="1100">
              <a:solidFill>
                <a:srgbClr val="111827"/>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descr="marble (Provided by Getty Images)" id="459" name="Google Shape;459;p52"/>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60" name="Google Shape;460;p52"/>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61" name="Google Shape;461;p52"/>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900"/>
              </a:spcBef>
              <a:spcAft>
                <a:spcPts val="900"/>
              </a:spcAft>
              <a:buNone/>
            </a:pPr>
            <a:r>
              <a:rPr lang="en" sz="1500">
                <a:solidFill>
                  <a:srgbClr val="273540"/>
                </a:solidFill>
                <a:latin typeface="Times New Roman"/>
                <a:ea typeface="Times New Roman"/>
                <a:cs typeface="Times New Roman"/>
                <a:sym typeface="Times New Roman"/>
              </a:rPr>
              <a:t>Q2. What were the strategic uncertainties facing Netflix as they experimented with streaming video? </a:t>
            </a:r>
            <a:endParaRPr sz="1500">
              <a:solidFill>
                <a:srgbClr val="273540"/>
              </a:solidFill>
              <a:latin typeface="Times New Roman"/>
              <a:ea typeface="Times New Roman"/>
              <a:cs typeface="Times New Roman"/>
              <a:sym typeface="Times New Roman"/>
            </a:endParaRPr>
          </a:p>
        </p:txBody>
      </p:sp>
      <p:sp>
        <p:nvSpPr>
          <p:cNvPr id="462" name="Google Shape;462;p52"/>
          <p:cNvSpPr txBox="1"/>
          <p:nvPr/>
        </p:nvSpPr>
        <p:spPr>
          <a:xfrm>
            <a:off x="56900" y="283475"/>
            <a:ext cx="5941500" cy="423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t/>
            </a:r>
            <a:endParaRPr b="1" sz="17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 sz="1700">
                <a:latin typeface="Times New Roman"/>
                <a:ea typeface="Times New Roman"/>
                <a:cs typeface="Times New Roman"/>
                <a:sym typeface="Times New Roman"/>
              </a:rPr>
              <a:t>Strategic Uncertainties Facing Netflix</a:t>
            </a:r>
            <a:endParaRPr b="1" sz="1700">
              <a:latin typeface="Times New Roman"/>
              <a:ea typeface="Times New Roman"/>
              <a:cs typeface="Times New Roman"/>
              <a:sym typeface="Times New Roman"/>
            </a:endParaRPr>
          </a:p>
          <a:p>
            <a:pPr indent="-323850" lvl="0" marL="457200" rtl="0" algn="l">
              <a:lnSpc>
                <a:spcPct val="115000"/>
              </a:lnSpc>
              <a:spcBef>
                <a:spcPts val="1200"/>
              </a:spcBef>
              <a:spcAft>
                <a:spcPts val="0"/>
              </a:spcAft>
              <a:buSzPts val="1500"/>
              <a:buChar char="●"/>
            </a:pPr>
            <a:r>
              <a:rPr b="1" lang="en" sz="1500">
                <a:latin typeface="Times New Roman"/>
                <a:ea typeface="Times New Roman"/>
                <a:cs typeface="Times New Roman"/>
                <a:sym typeface="Times New Roman"/>
              </a:rPr>
              <a:t>Customer Adoption:</a:t>
            </a:r>
            <a:r>
              <a:rPr lang="en" sz="1500">
                <a:latin typeface="Times New Roman"/>
                <a:ea typeface="Times New Roman"/>
                <a:cs typeface="Times New Roman"/>
                <a:sym typeface="Times New Roman"/>
              </a:rPr>
              <a:t> </a:t>
            </a:r>
            <a:r>
              <a:rPr lang="en">
                <a:latin typeface="Times New Roman"/>
                <a:ea typeface="Times New Roman"/>
                <a:cs typeface="Times New Roman"/>
                <a:sym typeface="Times New Roman"/>
              </a:rPr>
              <a:t>Uncertainty about how quickly customers would shift from DVDs to streaming and accept new pricing.</a:t>
            </a:r>
            <a:endParaRPr>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Char char="●"/>
            </a:pPr>
            <a:r>
              <a:rPr b="1" lang="en" sz="1500">
                <a:latin typeface="Times New Roman"/>
                <a:ea typeface="Times New Roman"/>
                <a:cs typeface="Times New Roman"/>
                <a:sym typeface="Times New Roman"/>
              </a:rPr>
              <a:t>Content Availability:</a:t>
            </a:r>
            <a:r>
              <a:rPr lang="en" sz="1500">
                <a:latin typeface="Times New Roman"/>
                <a:ea typeface="Times New Roman"/>
                <a:cs typeface="Times New Roman"/>
                <a:sym typeface="Times New Roman"/>
              </a:rPr>
              <a:t> </a:t>
            </a:r>
            <a:r>
              <a:rPr lang="en">
                <a:latin typeface="Times New Roman"/>
                <a:ea typeface="Times New Roman"/>
                <a:cs typeface="Times New Roman"/>
                <a:sym typeface="Times New Roman"/>
              </a:rPr>
              <a:t>Netflix depended on studios for streaming rights, limiting which movies and shows it could offer.</a:t>
            </a:r>
            <a:endParaRPr>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Char char="●"/>
            </a:pPr>
            <a:r>
              <a:rPr b="1" lang="en" sz="1500">
                <a:latin typeface="Times New Roman"/>
                <a:ea typeface="Times New Roman"/>
                <a:cs typeface="Times New Roman"/>
                <a:sym typeface="Times New Roman"/>
              </a:rPr>
              <a:t>Rising Costs:</a:t>
            </a:r>
            <a:r>
              <a:rPr lang="en" sz="1500">
                <a:latin typeface="Times New Roman"/>
                <a:ea typeface="Times New Roman"/>
                <a:cs typeface="Times New Roman"/>
                <a:sym typeface="Times New Roman"/>
              </a:rPr>
              <a:t> </a:t>
            </a:r>
            <a:r>
              <a:rPr lang="en">
                <a:latin typeface="Times New Roman"/>
                <a:ea typeface="Times New Roman"/>
                <a:cs typeface="Times New Roman"/>
                <a:sym typeface="Times New Roman"/>
              </a:rPr>
              <a:t>Streaming licensing costs were increasing, creating concerns about long-term profitability.</a:t>
            </a:r>
            <a:endParaRPr>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Char char="●"/>
            </a:pPr>
            <a:r>
              <a:rPr b="1" lang="en" sz="1500">
                <a:latin typeface="Times New Roman"/>
                <a:ea typeface="Times New Roman"/>
                <a:cs typeface="Times New Roman"/>
                <a:sym typeface="Times New Roman"/>
              </a:rPr>
              <a:t>Competition:</a:t>
            </a:r>
            <a:r>
              <a:rPr lang="en" sz="1500">
                <a:latin typeface="Times New Roman"/>
                <a:ea typeface="Times New Roman"/>
                <a:cs typeface="Times New Roman"/>
                <a:sym typeface="Times New Roman"/>
              </a:rPr>
              <a:t> </a:t>
            </a:r>
            <a:r>
              <a:rPr lang="en">
                <a:latin typeface="Times New Roman"/>
                <a:ea typeface="Times New Roman"/>
                <a:cs typeface="Times New Roman"/>
                <a:sym typeface="Times New Roman"/>
              </a:rPr>
              <a:t>Growing competition from Amazon, Apple, and other platforms made customer retention more difficult.</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latin typeface="Times New Roman"/>
                <a:ea typeface="Times New Roman"/>
                <a:cs typeface="Times New Roman"/>
                <a:sym typeface="Times New Roman"/>
              </a:rPr>
              <a:t>Key Challenge:</a:t>
            </a:r>
            <a:r>
              <a:rPr lang="en" sz="1300">
                <a:latin typeface="Times New Roman"/>
                <a:ea typeface="Times New Roman"/>
                <a:cs typeface="Times New Roman"/>
                <a:sym typeface="Times New Roman"/>
              </a:rPr>
              <a:t> Finding the right balance between </a:t>
            </a:r>
            <a:r>
              <a:rPr b="1" lang="en" sz="1300">
                <a:latin typeface="Times New Roman"/>
                <a:ea typeface="Times New Roman"/>
                <a:cs typeface="Times New Roman"/>
                <a:sym typeface="Times New Roman"/>
              </a:rPr>
              <a:t>affordable pricing, strong content, customer satisfaction, and profitability</a:t>
            </a: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descr="marble (Provided by Getty Images)" id="467" name="Google Shape;467;p53"/>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68" name="Google Shape;468;p53"/>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3</a:t>
            </a:r>
            <a:endParaRPr>
              <a:latin typeface="Times New Roman"/>
              <a:ea typeface="Times New Roman"/>
              <a:cs typeface="Times New Roman"/>
              <a:sym typeface="Times New Roman"/>
            </a:endParaRPr>
          </a:p>
        </p:txBody>
      </p:sp>
      <p:sp>
        <p:nvSpPr>
          <p:cNvPr id="469" name="Google Shape;469;p53"/>
          <p:cNvSpPr txBox="1"/>
          <p:nvPr/>
        </p:nvSpPr>
        <p:spPr>
          <a:xfrm>
            <a:off x="6254750" y="1449750"/>
            <a:ext cx="2723700" cy="224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900"/>
              </a:spcBef>
              <a:spcAft>
                <a:spcPts val="0"/>
              </a:spcAft>
              <a:buNone/>
            </a:pPr>
            <a:r>
              <a:rPr b="1" lang="en" sz="1200">
                <a:solidFill>
                  <a:srgbClr val="273540"/>
                </a:solidFill>
                <a:latin typeface="Times New Roman"/>
                <a:ea typeface="Times New Roman"/>
                <a:cs typeface="Times New Roman"/>
                <a:sym typeface="Times New Roman"/>
              </a:rPr>
              <a:t>Q3. Customers had a bad reaction to the announcement of monthly fees for streaming video; compared to previous prices for movies on disk (which was necessarily constrained by the time to mail back and get new disks), the price seems fair – why was there a backlash?</a:t>
            </a:r>
            <a:endParaRPr b="1" sz="1200">
              <a:solidFill>
                <a:srgbClr val="273540"/>
              </a:solidFill>
              <a:latin typeface="Times New Roman"/>
              <a:ea typeface="Times New Roman"/>
              <a:cs typeface="Times New Roman"/>
              <a:sym typeface="Times New Roman"/>
            </a:endParaRPr>
          </a:p>
          <a:p>
            <a:pPr indent="0" lvl="0" marL="0" rtl="0" algn="l">
              <a:lnSpc>
                <a:spcPct val="115000"/>
              </a:lnSpc>
              <a:spcBef>
                <a:spcPts val="1400"/>
              </a:spcBef>
              <a:spcAft>
                <a:spcPts val="400"/>
              </a:spcAft>
              <a:buNone/>
            </a:pPr>
            <a:r>
              <a:t/>
            </a:r>
            <a:endParaRPr b="1" sz="2900">
              <a:latin typeface="Times New Roman"/>
              <a:ea typeface="Times New Roman"/>
              <a:cs typeface="Times New Roman"/>
              <a:sym typeface="Times New Roman"/>
            </a:endParaRPr>
          </a:p>
        </p:txBody>
      </p:sp>
      <p:sp>
        <p:nvSpPr>
          <p:cNvPr id="470" name="Google Shape;470;p53"/>
          <p:cNvSpPr txBox="1"/>
          <p:nvPr/>
        </p:nvSpPr>
        <p:spPr>
          <a:xfrm>
            <a:off x="29425" y="154800"/>
            <a:ext cx="5877600" cy="457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100">
              <a:solidFill>
                <a:srgbClr val="273540"/>
              </a:solidFill>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 sz="1100">
                <a:solidFill>
                  <a:srgbClr val="273540"/>
                </a:solidFill>
                <a:latin typeface="Times New Roman"/>
                <a:ea typeface="Times New Roman"/>
                <a:cs typeface="Times New Roman"/>
                <a:sym typeface="Times New Roman"/>
              </a:rPr>
              <a:t>The backlash from customers happened because they were looking at the new streaming price based on what they were already paying for Netflix, rather than comparing it to the price of renting a movie somewhere else. With the DVD-by-mail model, customers paid one monthly fee and could receive DVDs at home without having to pay for each movie. Even though the number of movies they could watch was limited by how long it took to mail the DVDs back and receive new ones, customers still felt that they were getting a good value from their subscription. When Netflix announced a separate monthly fee for streaming, many customers saw it as Netflix charging them more for something they expected to be part of their existing subscription. This was even more frustrating because the streaming library was much smaller than the DVD library, so customers could feel like they were paying more while actually having access to fewer movies. The price itself may have been fair when compared to other ways of watching movies, but customers had already developed an expectation around Netflix's original pricing and subscription model. Because of this, the change felt more like a loss of value than simply paying for a new service. Overall, the backlash was caused by the difference between the actual price of streaming and the value customers believed they were receiving, along with the fact that Netflix changed a pricing model that customers had already become comfortable with.</a:t>
            </a:r>
            <a:endParaRPr sz="1100">
              <a:solidFill>
                <a:srgbClr val="273540"/>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3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4"/>
          <p:cNvSpPr/>
          <p:nvPr>
            <p:ph idx="2" type="pic"/>
          </p:nvPr>
        </p:nvSpPr>
        <p:spPr>
          <a:xfrm rot="-5400000">
            <a:off x="5139125" y="859575"/>
            <a:ext cx="4863600" cy="3144900"/>
          </a:xfrm>
          <a:prstGeom prst="round2SameRect">
            <a:avLst>
              <a:gd fmla="val 16667" name="adj1"/>
              <a:gd fmla="val 0" name="adj2"/>
            </a:avLst>
          </a:prstGeom>
        </p:spPr>
      </p:sp>
      <p:sp>
        <p:nvSpPr>
          <p:cNvPr id="476" name="Google Shape;476;p54"/>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77" name="Google Shape;477;p54"/>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78" name="Google Shape;478;p54"/>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479" name="Google Shape;479;p54"/>
          <p:cNvSpPr txBox="1"/>
          <p:nvPr/>
        </p:nvSpPr>
        <p:spPr>
          <a:xfrm>
            <a:off x="6151700" y="1062850"/>
            <a:ext cx="2929800" cy="322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900"/>
              </a:spcAft>
              <a:buNone/>
            </a:pPr>
            <a:r>
              <a:rPr b="1" lang="en" sz="1200">
                <a:solidFill>
                  <a:srgbClr val="273540"/>
                </a:solidFill>
                <a:latin typeface="Times New Roman"/>
                <a:ea typeface="Times New Roman"/>
                <a:cs typeface="Times New Roman"/>
                <a:sym typeface="Times New Roman"/>
              </a:rPr>
              <a:t>Q4. What pricing alternatives would you have suggested at that time? Use the financial information given in the case, explain these options in details and justify your suggestion given the cost structure changes.</a:t>
            </a:r>
            <a:endParaRPr b="1" sz="1200">
              <a:solidFill>
                <a:srgbClr val="273540"/>
              </a:solidFill>
              <a:latin typeface="Times New Roman"/>
              <a:ea typeface="Times New Roman"/>
              <a:cs typeface="Times New Roman"/>
              <a:sym typeface="Times New Roman"/>
            </a:endParaRPr>
          </a:p>
        </p:txBody>
      </p:sp>
      <p:sp>
        <p:nvSpPr>
          <p:cNvPr id="480" name="Google Shape;480;p54"/>
          <p:cNvSpPr txBox="1"/>
          <p:nvPr/>
        </p:nvSpPr>
        <p:spPr>
          <a:xfrm>
            <a:off x="521225" y="81950"/>
            <a:ext cx="5431500" cy="28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
        <p:nvSpPr>
          <p:cNvPr id="481" name="Google Shape;481;p54"/>
          <p:cNvSpPr txBox="1"/>
          <p:nvPr/>
        </p:nvSpPr>
        <p:spPr>
          <a:xfrm>
            <a:off x="432200" y="197875"/>
            <a:ext cx="5233200" cy="2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1"/>
                </a:solidFill>
                <a:latin typeface="Nunito"/>
                <a:ea typeface="Nunito"/>
                <a:cs typeface="Nunito"/>
                <a:sym typeface="Nunito"/>
              </a:rPr>
              <a:t>Recommended Pricing Strategy</a:t>
            </a:r>
            <a:endParaRPr b="1" sz="2600">
              <a:solidFill>
                <a:schemeClr val="dk1"/>
              </a:solidFill>
              <a:latin typeface="Nunito"/>
              <a:ea typeface="Nunito"/>
              <a:cs typeface="Nunito"/>
              <a:sym typeface="Nunito"/>
            </a:endParaRPr>
          </a:p>
        </p:txBody>
      </p:sp>
      <p:sp>
        <p:nvSpPr>
          <p:cNvPr id="482" name="Google Shape;482;p54"/>
          <p:cNvSpPr txBox="1"/>
          <p:nvPr/>
        </p:nvSpPr>
        <p:spPr>
          <a:xfrm>
            <a:off x="536350" y="666525"/>
            <a:ext cx="5129100" cy="2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1"/>
                </a:solidFill>
                <a:latin typeface="Nunito"/>
                <a:ea typeface="Nunito"/>
                <a:cs typeface="Nunito"/>
                <a:sym typeface="Nunito"/>
              </a:rPr>
              <a:t>Introduce a $12.99 Bundle</a:t>
            </a:r>
            <a:endParaRPr b="1" sz="1900">
              <a:solidFill>
                <a:schemeClr val="dk1"/>
              </a:solidFill>
              <a:latin typeface="Nunito"/>
              <a:ea typeface="Nunito"/>
              <a:cs typeface="Nunito"/>
              <a:sym typeface="Nunito"/>
            </a:endParaRPr>
          </a:p>
        </p:txBody>
      </p:sp>
      <p:sp>
        <p:nvSpPr>
          <p:cNvPr id="483" name="Google Shape;483;p54"/>
          <p:cNvSpPr txBox="1"/>
          <p:nvPr/>
        </p:nvSpPr>
        <p:spPr>
          <a:xfrm>
            <a:off x="536350" y="1057075"/>
            <a:ext cx="5129100" cy="3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a:ea typeface="Nunito"/>
                <a:cs typeface="Nunito"/>
                <a:sym typeface="Nunito"/>
              </a:rPr>
              <a:t>• Keep streaming-only and DVD-only plans at $7.99 per month</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 Offer DVD and unlimited streaming together for $12.99 per month</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 Provide a $2.99 discount versus the $15.98 separate-price total</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 Limit the increase from the previous $9.99 plan to 30% instead of 60%</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 Keep one Netflix account, queue, and customer experience</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 Use the bundle to increase retention and accelerate subscriber growth</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5"/>
          <p:cNvSpPr/>
          <p:nvPr>
            <p:ph idx="2" type="pic"/>
          </p:nvPr>
        </p:nvSpPr>
        <p:spPr>
          <a:xfrm rot="-5400000">
            <a:off x="5139125" y="859575"/>
            <a:ext cx="4863600" cy="3144900"/>
          </a:xfrm>
          <a:prstGeom prst="round2SameRect">
            <a:avLst>
              <a:gd fmla="val 16667" name="adj1"/>
              <a:gd fmla="val 0" name="adj2"/>
            </a:avLst>
          </a:prstGeom>
        </p:spPr>
      </p:sp>
      <p:sp>
        <p:nvSpPr>
          <p:cNvPr id="489" name="Google Shape;489;p55"/>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90" name="Google Shape;490;p55"/>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91" name="Google Shape;491;p55"/>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492" name="Google Shape;492;p55"/>
          <p:cNvSpPr txBox="1"/>
          <p:nvPr/>
        </p:nvSpPr>
        <p:spPr>
          <a:xfrm>
            <a:off x="6151700" y="1062850"/>
            <a:ext cx="2929800" cy="322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900"/>
              </a:spcAft>
              <a:buNone/>
            </a:pPr>
            <a:r>
              <a:rPr b="1" lang="en" sz="1200">
                <a:solidFill>
                  <a:srgbClr val="273540"/>
                </a:solidFill>
                <a:latin typeface="Times New Roman"/>
                <a:ea typeface="Times New Roman"/>
                <a:cs typeface="Times New Roman"/>
                <a:sym typeface="Times New Roman"/>
              </a:rPr>
              <a:t>Q4. What pricing alternatives would you have suggested at that time? Use the financial information given in the case, explain these options in details and justify your suggestion given the cost structure changes.</a:t>
            </a:r>
            <a:endParaRPr b="1" sz="1200">
              <a:solidFill>
                <a:srgbClr val="273540"/>
              </a:solidFill>
              <a:latin typeface="Times New Roman"/>
              <a:ea typeface="Times New Roman"/>
              <a:cs typeface="Times New Roman"/>
              <a:sym typeface="Times New Roman"/>
            </a:endParaRPr>
          </a:p>
        </p:txBody>
      </p:sp>
      <p:sp>
        <p:nvSpPr>
          <p:cNvPr id="493" name="Google Shape;493;p55"/>
          <p:cNvSpPr txBox="1"/>
          <p:nvPr/>
        </p:nvSpPr>
        <p:spPr>
          <a:xfrm>
            <a:off x="521225" y="81950"/>
            <a:ext cx="5431500" cy="28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
        <p:nvSpPr>
          <p:cNvPr id="494" name="Google Shape;494;p55"/>
          <p:cNvSpPr txBox="1"/>
          <p:nvPr/>
        </p:nvSpPr>
        <p:spPr>
          <a:xfrm>
            <a:off x="400950" y="197875"/>
            <a:ext cx="5155200" cy="2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1"/>
                </a:solidFill>
                <a:latin typeface="Nunito"/>
                <a:ea typeface="Nunito"/>
                <a:cs typeface="Nunito"/>
                <a:sym typeface="Nunito"/>
              </a:rPr>
              <a:t>Why the $12.99 Bundle</a:t>
            </a:r>
            <a:endParaRPr b="1" sz="2600">
              <a:solidFill>
                <a:schemeClr val="dk1"/>
              </a:solidFill>
              <a:latin typeface="Nunito"/>
              <a:ea typeface="Nunito"/>
              <a:cs typeface="Nunito"/>
              <a:sym typeface="Nunito"/>
            </a:endParaRPr>
          </a:p>
        </p:txBody>
      </p:sp>
      <p:sp>
        <p:nvSpPr>
          <p:cNvPr id="495" name="Google Shape;495;p55"/>
          <p:cNvSpPr txBox="1"/>
          <p:nvPr/>
        </p:nvSpPr>
        <p:spPr>
          <a:xfrm>
            <a:off x="400950" y="692575"/>
            <a:ext cx="24474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Nunito"/>
                <a:ea typeface="Nunito"/>
                <a:cs typeface="Nunito"/>
                <a:sym typeface="Nunito"/>
              </a:rPr>
              <a:t>Customer acceptance</a:t>
            </a:r>
            <a:endParaRPr b="1" sz="1600">
              <a:solidFill>
                <a:schemeClr val="dk1"/>
              </a:solidFill>
              <a:latin typeface="Nunito"/>
              <a:ea typeface="Nunito"/>
              <a:cs typeface="Nunito"/>
              <a:sym typeface="Nunito"/>
            </a:endParaRPr>
          </a:p>
        </p:txBody>
      </p:sp>
      <p:sp>
        <p:nvSpPr>
          <p:cNvPr id="496" name="Google Shape;496;p55"/>
          <p:cNvSpPr txBox="1"/>
          <p:nvPr/>
        </p:nvSpPr>
        <p:spPr>
          <a:xfrm>
            <a:off x="400950" y="952925"/>
            <a:ext cx="2447400" cy="7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Nunito"/>
                <a:ea typeface="Nunito"/>
                <a:cs typeface="Nunito"/>
                <a:sym typeface="Nunito"/>
              </a:rPr>
              <a:t>• Netflix had already lost 800,000 paid subscribers</a:t>
            </a:r>
            <a:endParaRPr sz="1300">
              <a:solidFill>
                <a:schemeClr val="dk1"/>
              </a:solidFill>
              <a:latin typeface="Nunito"/>
              <a:ea typeface="Nunito"/>
              <a:cs typeface="Nunito"/>
              <a:sym typeface="Nunito"/>
            </a:endParaRPr>
          </a:p>
          <a:p>
            <a:pPr indent="0" lvl="0" marL="0" rtl="0" algn="l">
              <a:spcBef>
                <a:spcPts val="0"/>
              </a:spcBef>
              <a:spcAft>
                <a:spcPts val="0"/>
              </a:spcAft>
              <a:buNone/>
            </a:pPr>
            <a:r>
              <a:rPr lang="en" sz="1300">
                <a:solidFill>
                  <a:schemeClr val="dk1"/>
                </a:solidFill>
                <a:latin typeface="Nunito"/>
                <a:ea typeface="Nunito"/>
                <a:cs typeface="Nunito"/>
                <a:sym typeface="Nunito"/>
              </a:rPr>
              <a:t>• A lower price could reduce cancellations and rebuild trust</a:t>
            </a:r>
            <a:endParaRPr sz="1300">
              <a:solidFill>
                <a:schemeClr val="dk1"/>
              </a:solidFill>
              <a:latin typeface="Nunito"/>
              <a:ea typeface="Nunito"/>
              <a:cs typeface="Nunito"/>
              <a:sym typeface="Nunito"/>
            </a:endParaRPr>
          </a:p>
          <a:p>
            <a:pPr indent="0" lvl="0" marL="0" rtl="0" algn="l">
              <a:spcBef>
                <a:spcPts val="0"/>
              </a:spcBef>
              <a:spcAft>
                <a:spcPts val="0"/>
              </a:spcAft>
              <a:buNone/>
            </a:pPr>
            <a:r>
              <a:t/>
            </a:r>
            <a:endParaRPr sz="1300">
              <a:solidFill>
                <a:schemeClr val="dk1"/>
              </a:solidFill>
              <a:latin typeface="Nunito"/>
              <a:ea typeface="Nunito"/>
              <a:cs typeface="Nunito"/>
              <a:sym typeface="Nunito"/>
            </a:endParaRPr>
          </a:p>
        </p:txBody>
      </p:sp>
      <p:sp>
        <p:nvSpPr>
          <p:cNvPr id="497" name="Google Shape;497;p55"/>
          <p:cNvSpPr txBox="1"/>
          <p:nvPr/>
        </p:nvSpPr>
        <p:spPr>
          <a:xfrm>
            <a:off x="400950" y="1760075"/>
            <a:ext cx="24474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Nunito"/>
                <a:ea typeface="Nunito"/>
                <a:cs typeface="Nunito"/>
                <a:sym typeface="Nunito"/>
              </a:rPr>
              <a:t>Cost structure</a:t>
            </a:r>
            <a:endParaRPr b="1" sz="1600">
              <a:solidFill>
                <a:schemeClr val="dk1"/>
              </a:solidFill>
              <a:latin typeface="Nunito"/>
              <a:ea typeface="Nunito"/>
              <a:cs typeface="Nunito"/>
              <a:sym typeface="Nunito"/>
            </a:endParaRPr>
          </a:p>
        </p:txBody>
      </p:sp>
      <p:sp>
        <p:nvSpPr>
          <p:cNvPr id="498" name="Google Shape;498;p55"/>
          <p:cNvSpPr txBox="1"/>
          <p:nvPr/>
        </p:nvSpPr>
        <p:spPr>
          <a:xfrm>
            <a:off x="400950" y="2020425"/>
            <a:ext cx="2447400" cy="12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Nunito"/>
                <a:ea typeface="Nunito"/>
                <a:cs typeface="Nunito"/>
                <a:sym typeface="Nunito"/>
              </a:rPr>
              <a:t>• DVD costs rose with postage and disk wear</a:t>
            </a:r>
            <a:endParaRPr sz="1300">
              <a:solidFill>
                <a:schemeClr val="dk1"/>
              </a:solidFill>
              <a:latin typeface="Nunito"/>
              <a:ea typeface="Nunito"/>
              <a:cs typeface="Nunito"/>
              <a:sym typeface="Nunito"/>
            </a:endParaRPr>
          </a:p>
          <a:p>
            <a:pPr indent="0" lvl="0" marL="0" rtl="0" algn="l">
              <a:spcBef>
                <a:spcPts val="0"/>
              </a:spcBef>
              <a:spcAft>
                <a:spcPts val="0"/>
              </a:spcAft>
              <a:buNone/>
            </a:pPr>
            <a:r>
              <a:rPr lang="en" sz="1300">
                <a:solidFill>
                  <a:schemeClr val="dk1"/>
                </a:solidFill>
                <a:latin typeface="Nunito"/>
                <a:ea typeface="Nunito"/>
                <a:cs typeface="Nunito"/>
                <a:sym typeface="Nunito"/>
              </a:rPr>
              <a:t>• Streaming delivery cost only $0.05 per movie</a:t>
            </a:r>
            <a:endParaRPr sz="1300">
              <a:solidFill>
                <a:schemeClr val="dk1"/>
              </a:solidFill>
              <a:latin typeface="Nunito"/>
              <a:ea typeface="Nunito"/>
              <a:cs typeface="Nunito"/>
              <a:sym typeface="Nunito"/>
            </a:endParaRPr>
          </a:p>
          <a:p>
            <a:pPr indent="0" lvl="0" marL="0" rtl="0" algn="l">
              <a:spcBef>
                <a:spcPts val="0"/>
              </a:spcBef>
              <a:spcAft>
                <a:spcPts val="0"/>
              </a:spcAft>
              <a:buNone/>
            </a:pPr>
            <a:r>
              <a:rPr lang="en" sz="1300">
                <a:solidFill>
                  <a:schemeClr val="dk1"/>
                </a:solidFill>
                <a:latin typeface="Nunito"/>
                <a:ea typeface="Nunito"/>
                <a:cs typeface="Nunito"/>
                <a:sym typeface="Nunito"/>
              </a:rPr>
              <a:t>• Netflix added $805M to content in nine months</a:t>
            </a:r>
            <a:endParaRPr sz="1300">
              <a:solidFill>
                <a:schemeClr val="dk1"/>
              </a:solidFill>
              <a:latin typeface="Nunito"/>
              <a:ea typeface="Nunito"/>
              <a:cs typeface="Nunito"/>
              <a:sym typeface="Nunito"/>
            </a:endParaRPr>
          </a:p>
          <a:p>
            <a:pPr indent="0" lvl="0" marL="0" rtl="0" algn="l">
              <a:spcBef>
                <a:spcPts val="0"/>
              </a:spcBef>
              <a:spcAft>
                <a:spcPts val="0"/>
              </a:spcAft>
              <a:buNone/>
            </a:pPr>
            <a:r>
              <a:t/>
            </a:r>
            <a:endParaRPr sz="1300">
              <a:solidFill>
                <a:schemeClr val="dk1"/>
              </a:solidFill>
              <a:latin typeface="Nunito"/>
              <a:ea typeface="Nunito"/>
              <a:cs typeface="Nunito"/>
              <a:sym typeface="Nunito"/>
            </a:endParaRPr>
          </a:p>
        </p:txBody>
      </p:sp>
      <p:sp>
        <p:nvSpPr>
          <p:cNvPr id="499" name="Google Shape;499;p55"/>
          <p:cNvSpPr txBox="1"/>
          <p:nvPr/>
        </p:nvSpPr>
        <p:spPr>
          <a:xfrm>
            <a:off x="3030650" y="692575"/>
            <a:ext cx="24996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Nunito"/>
                <a:ea typeface="Nunito"/>
                <a:cs typeface="Nunito"/>
                <a:sym typeface="Nunito"/>
              </a:rPr>
              <a:t>Required scale</a:t>
            </a:r>
            <a:endParaRPr b="1" sz="1600">
              <a:solidFill>
                <a:schemeClr val="dk1"/>
              </a:solidFill>
              <a:latin typeface="Nunito"/>
              <a:ea typeface="Nunito"/>
              <a:cs typeface="Nunito"/>
              <a:sym typeface="Nunito"/>
            </a:endParaRPr>
          </a:p>
        </p:txBody>
      </p:sp>
      <p:sp>
        <p:nvSpPr>
          <p:cNvPr id="500" name="Google Shape;500;p55"/>
          <p:cNvSpPr txBox="1"/>
          <p:nvPr/>
        </p:nvSpPr>
        <p:spPr>
          <a:xfrm>
            <a:off x="3030650" y="952925"/>
            <a:ext cx="2523600" cy="229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Nunito"/>
                <a:ea typeface="Nunito"/>
                <a:cs typeface="Nunito"/>
                <a:sym typeface="Nunito"/>
              </a:rPr>
              <a:t>• Revenue-neutral base: 14.124M subscribers vs. 11.481M at $15.98</a:t>
            </a:r>
            <a:endParaRPr sz="1300">
              <a:solidFill>
                <a:schemeClr val="dk1"/>
              </a:solidFill>
              <a:latin typeface="Nunito"/>
              <a:ea typeface="Nunito"/>
              <a:cs typeface="Nunito"/>
              <a:sym typeface="Nunito"/>
            </a:endParaRPr>
          </a:p>
          <a:p>
            <a:pPr indent="0" lvl="0" marL="0" rtl="0" algn="l">
              <a:spcBef>
                <a:spcPts val="0"/>
              </a:spcBef>
              <a:spcAft>
                <a:spcPts val="0"/>
              </a:spcAft>
              <a:buNone/>
            </a:pPr>
            <a:r>
              <a:rPr lang="en" sz="1300">
                <a:solidFill>
                  <a:schemeClr val="dk1"/>
                </a:solidFill>
                <a:latin typeface="Nunito"/>
                <a:ea typeface="Nunito"/>
                <a:cs typeface="Nunito"/>
                <a:sym typeface="Nunito"/>
              </a:rPr>
              <a:t>• Required increase: 2.643M, or 23%</a:t>
            </a:r>
            <a:endParaRPr sz="1300">
              <a:solidFill>
                <a:schemeClr val="dk1"/>
              </a:solidFill>
              <a:latin typeface="Nunito"/>
              <a:ea typeface="Nunito"/>
              <a:cs typeface="Nunito"/>
              <a:sym typeface="Nunito"/>
            </a:endParaRPr>
          </a:p>
          <a:p>
            <a:pPr indent="0" lvl="0" marL="0" rtl="0" algn="l">
              <a:spcBef>
                <a:spcPts val="0"/>
              </a:spcBef>
              <a:spcAft>
                <a:spcPts val="0"/>
              </a:spcAft>
              <a:buNone/>
            </a:pPr>
            <a:r>
              <a:rPr lang="en" sz="1300">
                <a:solidFill>
                  <a:schemeClr val="dk1"/>
                </a:solidFill>
                <a:latin typeface="Nunito"/>
                <a:ea typeface="Nunito"/>
                <a:cs typeface="Nunito"/>
                <a:sym typeface="Nunito"/>
              </a:rPr>
              <a:t>• Streaming users could rise from 21.4M to about 24.0M</a:t>
            </a:r>
            <a:endParaRPr sz="1300">
              <a:solidFill>
                <a:schemeClr val="dk1"/>
              </a:solidFill>
              <a:latin typeface="Nunito"/>
              <a:ea typeface="Nunito"/>
              <a:cs typeface="Nunito"/>
              <a:sym typeface="Nunito"/>
            </a:endParaRPr>
          </a:p>
          <a:p>
            <a:pPr indent="0" lvl="0" marL="0" rtl="0" algn="l">
              <a:spcBef>
                <a:spcPts val="0"/>
              </a:spcBef>
              <a:spcAft>
                <a:spcPts val="0"/>
              </a:spcAft>
              <a:buNone/>
            </a:pPr>
            <a:r>
              <a:rPr lang="en" sz="1300">
                <a:solidFill>
                  <a:schemeClr val="dk1"/>
                </a:solidFill>
                <a:latin typeface="Nunito"/>
                <a:ea typeface="Nunito"/>
                <a:cs typeface="Nunito"/>
                <a:sym typeface="Nunito"/>
              </a:rPr>
              <a:t>• Content investment per user would fall from $4.18 to $3.72 (11%)</a:t>
            </a:r>
            <a:endParaRPr sz="1300">
              <a:solidFill>
                <a:schemeClr val="dk1"/>
              </a:solidFill>
              <a:latin typeface="Nunito"/>
              <a:ea typeface="Nunito"/>
              <a:cs typeface="Nunito"/>
              <a:sym typeface="Nunito"/>
            </a:endParaRPr>
          </a:p>
          <a:p>
            <a:pPr indent="0" lvl="0" marL="0" rtl="0" algn="l">
              <a:spcBef>
                <a:spcPts val="0"/>
              </a:spcBef>
              <a:spcAft>
                <a:spcPts val="0"/>
              </a:spcAft>
              <a:buNone/>
            </a:pPr>
            <a:r>
              <a:t/>
            </a:r>
            <a:endParaRPr sz="1300">
              <a:solidFill>
                <a:schemeClr val="dk1"/>
              </a:solidFill>
              <a:latin typeface="Nunito"/>
              <a:ea typeface="Nunito"/>
              <a:cs typeface="Nunito"/>
              <a:sym typeface="Nunito"/>
            </a:endParaRPr>
          </a:p>
        </p:txBody>
      </p:sp>
      <p:sp>
        <p:nvSpPr>
          <p:cNvPr id="501" name="Google Shape;501;p55"/>
          <p:cNvSpPr txBox="1"/>
          <p:nvPr/>
        </p:nvSpPr>
        <p:spPr>
          <a:xfrm>
            <a:off x="400950" y="3426400"/>
            <a:ext cx="51294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Nunito"/>
                <a:ea typeface="Nunito"/>
                <a:cs typeface="Nunito"/>
                <a:sym typeface="Nunito"/>
              </a:rPr>
              <a:t>Key takeaway</a:t>
            </a:r>
            <a:endParaRPr b="1" sz="1500">
              <a:solidFill>
                <a:schemeClr val="dk1"/>
              </a:solidFill>
              <a:latin typeface="Nunito"/>
              <a:ea typeface="Nunito"/>
              <a:cs typeface="Nunito"/>
              <a:sym typeface="Nunito"/>
            </a:endParaRPr>
          </a:p>
        </p:txBody>
      </p:sp>
      <p:sp>
        <p:nvSpPr>
          <p:cNvPr id="502" name="Google Shape;502;p55"/>
          <p:cNvSpPr txBox="1"/>
          <p:nvPr/>
        </p:nvSpPr>
        <p:spPr>
          <a:xfrm>
            <a:off x="400950" y="3660725"/>
            <a:ext cx="5129400" cy="9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a:ea typeface="Nunito"/>
                <a:cs typeface="Nunito"/>
                <a:sym typeface="Nunito"/>
              </a:rPr>
              <a:t>Adding or retaining about 2.64M combined subscribers would preserve revenue and spread fixed content costs across more customers.</a:t>
            </a:r>
            <a:endParaRPr>
              <a:solidFill>
                <a:schemeClr val="dk1"/>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arterly business review">
  <a:themeElements>
    <a:clrScheme name="Simple Light">
      <a:dk1>
        <a:srgbClr val="131313"/>
      </a:dk1>
      <a:lt1>
        <a:srgbClr val="FAFAFA"/>
      </a:lt1>
      <a:dk2>
        <a:srgbClr val="B5B5B7"/>
      </a:dk2>
      <a:lt2>
        <a:srgbClr val="EAE1E2"/>
      </a:lt2>
      <a:accent1>
        <a:srgbClr val="7D57AE"/>
      </a:accent1>
      <a:accent2>
        <a:srgbClr val="E8C8C7"/>
      </a:accent2>
      <a:accent3>
        <a:srgbClr val="2F5C7C"/>
      </a:accent3>
      <a:accent4>
        <a:srgbClr val="DECEE8"/>
      </a:accent4>
      <a:accent5>
        <a:srgbClr val="B0BFDE"/>
      </a:accent5>
      <a:accent6>
        <a:srgbClr val="DDEAFB"/>
      </a:accent6>
      <a:hlink>
        <a:srgbClr val="2F5C7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