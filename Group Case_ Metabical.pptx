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Manrope Light"/>
      <p:regular r:id="rId15"/>
      <p:bold r:id="rId16"/>
    </p:embeddedFont>
    <p:embeddedFont>
      <p:font typeface="Nunito SemiBold"/>
      <p:regular r:id="rId17"/>
      <p:bold r:id="rId18"/>
      <p:italic r:id="rId19"/>
      <p:boldItalic r:id="rId20"/>
    </p:embeddedFont>
    <p:embeddedFont>
      <p:font typeface="Nunito"/>
      <p:regular r:id="rId21"/>
      <p:bold r:id="rId22"/>
      <p:italic r:id="rId23"/>
      <p:boldItalic r:id="rId24"/>
    </p:embeddedFont>
    <p:embeddedFont>
      <p:font typeface="Garamond"/>
      <p:regular r:id="rId25"/>
      <p:bold r:id="rId26"/>
      <p:italic r:id="rId27"/>
      <p:boldItalic r:id="rId28"/>
    </p:embeddedFont>
    <p:embeddedFont>
      <p:font typeface="Manrope SemiBold"/>
      <p:regular r:id="rId29"/>
      <p:bold r:id="rId30"/>
    </p:embeddedFont>
    <p:embeddedFont>
      <p:font typeface="Manrope"/>
      <p:regular r:id="rId31"/>
      <p:bold r:id="rId32"/>
    </p:embeddedFont>
    <p:embeddedFont>
      <p:font typeface="Manrope Medium"/>
      <p:regular r:id="rId33"/>
      <p:bold r:id="rId34"/>
    </p:embeddedFont>
    <p:embeddedFont>
      <p:font typeface="Nunito Medium"/>
      <p:regular r:id="rId35"/>
      <p:bold r:id="rId36"/>
      <p:italic r:id="rId37"/>
      <p:boldItalic r:id="rId38"/>
    </p:embeddedFont>
    <p:embeddedFont>
      <p:font typeface="Nunito Light"/>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D12E63-BB10-45E6-9F2F-A98C57B7058E}">
  <a:tblStyle styleId="{59D12E63-BB10-45E6-9F2F-A98C57B7058E}"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Light-bold.fntdata"/><Relationship Id="rId20" Type="http://schemas.openxmlformats.org/officeDocument/2006/relationships/font" Target="fonts/NunitoSemiBold-boldItalic.fntdata"/><Relationship Id="rId42" Type="http://schemas.openxmlformats.org/officeDocument/2006/relationships/font" Target="fonts/NunitoLight-boldItalic.fntdata"/><Relationship Id="rId41" Type="http://schemas.openxmlformats.org/officeDocument/2006/relationships/font" Target="fonts/NunitoLight-italic.fntdata"/><Relationship Id="rId22" Type="http://schemas.openxmlformats.org/officeDocument/2006/relationships/font" Target="fonts/Nunito-bold.fntdata"/><Relationship Id="rId21" Type="http://schemas.openxmlformats.org/officeDocument/2006/relationships/font" Target="fonts/Nunito-regular.fntdata"/><Relationship Id="rId24" Type="http://schemas.openxmlformats.org/officeDocument/2006/relationships/font" Target="fonts/Nunito-boldItalic.fntdata"/><Relationship Id="rId23"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Garamond-bold.fntdata"/><Relationship Id="rId25" Type="http://schemas.openxmlformats.org/officeDocument/2006/relationships/font" Target="fonts/Garamond-regular.fntdata"/><Relationship Id="rId28" Type="http://schemas.openxmlformats.org/officeDocument/2006/relationships/font" Target="fonts/Garamond-boldItalic.fntdata"/><Relationship Id="rId27" Type="http://schemas.openxmlformats.org/officeDocument/2006/relationships/font" Target="fonts/Garamon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anropeSemiBo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anrope-regular.fntdata"/><Relationship Id="rId30" Type="http://schemas.openxmlformats.org/officeDocument/2006/relationships/font" Target="fonts/ManropeSemiBold-bold.fntdata"/><Relationship Id="rId11" Type="http://schemas.openxmlformats.org/officeDocument/2006/relationships/slide" Target="slides/slide5.xml"/><Relationship Id="rId33" Type="http://schemas.openxmlformats.org/officeDocument/2006/relationships/font" Target="fonts/ManropeMedium-regular.fntdata"/><Relationship Id="rId10" Type="http://schemas.openxmlformats.org/officeDocument/2006/relationships/slide" Target="slides/slide4.xml"/><Relationship Id="rId32" Type="http://schemas.openxmlformats.org/officeDocument/2006/relationships/font" Target="fonts/Manrope-bold.fntdata"/><Relationship Id="rId13" Type="http://schemas.openxmlformats.org/officeDocument/2006/relationships/slide" Target="slides/slide7.xml"/><Relationship Id="rId35" Type="http://schemas.openxmlformats.org/officeDocument/2006/relationships/font" Target="fonts/NunitoMedium-regular.fntdata"/><Relationship Id="rId12" Type="http://schemas.openxmlformats.org/officeDocument/2006/relationships/slide" Target="slides/slide6.xml"/><Relationship Id="rId34" Type="http://schemas.openxmlformats.org/officeDocument/2006/relationships/font" Target="fonts/ManropeMedium-bold.fntdata"/><Relationship Id="rId15" Type="http://schemas.openxmlformats.org/officeDocument/2006/relationships/font" Target="fonts/ManropeLight-regular.fntdata"/><Relationship Id="rId37" Type="http://schemas.openxmlformats.org/officeDocument/2006/relationships/font" Target="fonts/NunitoMedium-italic.fntdata"/><Relationship Id="rId14" Type="http://schemas.openxmlformats.org/officeDocument/2006/relationships/slide" Target="slides/slide8.xml"/><Relationship Id="rId36" Type="http://schemas.openxmlformats.org/officeDocument/2006/relationships/font" Target="fonts/NunitoMedium-bold.fntdata"/><Relationship Id="rId17" Type="http://schemas.openxmlformats.org/officeDocument/2006/relationships/font" Target="fonts/NunitoSemiBold-regular.fntdata"/><Relationship Id="rId39" Type="http://schemas.openxmlformats.org/officeDocument/2006/relationships/font" Target="fonts/NunitoLight-regular.fntdata"/><Relationship Id="rId16" Type="http://schemas.openxmlformats.org/officeDocument/2006/relationships/font" Target="fonts/ManropeLight-bold.fntdata"/><Relationship Id="rId38" Type="http://schemas.openxmlformats.org/officeDocument/2006/relationships/font" Target="fonts/NunitoMedium-boldItalic.fntdata"/><Relationship Id="rId19" Type="http://schemas.openxmlformats.org/officeDocument/2006/relationships/font" Target="fonts/NunitoSemiBold-italic.fntdata"/><Relationship Id="rId18" Type="http://schemas.openxmlformats.org/officeDocument/2006/relationships/font" Target="fonts/Nunito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87bd6372e_1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f87bd6372e_1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87bd6372e_1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f87bd6372e_1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87bd6372e_1_1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f87bd6372e_1_1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a4e5b387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fa4e5b387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a4e5b387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fa4e5b387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87bd6372e_1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87bd6372e_1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f87bd6372e_1_1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f87bd6372e_1_1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f87bd6372e_1_1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f87bd6372e_1_1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1515000" y="4186450"/>
            <a:ext cx="6649500" cy="960300"/>
          </a:xfrm>
          <a:prstGeom prst="round2SameRect">
            <a:avLst>
              <a:gd fmla="val 31290" name="adj1"/>
              <a:gd fmla="val 0" name="adj2"/>
            </a:avLst>
          </a:prstGeom>
          <a:noFill/>
          <a:ln>
            <a:noFill/>
          </a:ln>
        </p:spPr>
      </p:sp>
      <p:sp>
        <p:nvSpPr>
          <p:cNvPr id="11" name="Google Shape;11;p2"/>
          <p:cNvSpPr/>
          <p:nvPr>
            <p:ph idx="3" type="pic"/>
          </p:nvPr>
        </p:nvSpPr>
        <p:spPr>
          <a:xfrm flipH="1">
            <a:off x="8218223" y="4187925"/>
            <a:ext cx="924300" cy="960300"/>
          </a:xfrm>
          <a:prstGeom prst="round1Rect">
            <a:avLst>
              <a:gd fmla="val 21722" name="adj"/>
            </a:avLst>
          </a:prstGeom>
          <a:noFill/>
          <a:ln>
            <a:noFill/>
          </a:ln>
        </p:spPr>
      </p:sp>
      <p:sp>
        <p:nvSpPr>
          <p:cNvPr id="12" name="Google Shape;12;p2"/>
          <p:cNvSpPr/>
          <p:nvPr>
            <p:ph idx="4" type="pic"/>
          </p:nvPr>
        </p:nvSpPr>
        <p:spPr>
          <a:xfrm rot="10800000">
            <a:off x="1515000" y="-2468"/>
            <a:ext cx="3100200" cy="977700"/>
          </a:xfrm>
          <a:prstGeom prst="round2SameRect">
            <a:avLst>
              <a:gd fmla="val 16667" name="adj1"/>
              <a:gd fmla="val 0" name="adj2"/>
            </a:avLst>
          </a:prstGeom>
          <a:noFill/>
          <a:ln>
            <a:noFill/>
          </a:ln>
        </p:spPr>
      </p:sp>
      <p:sp>
        <p:nvSpPr>
          <p:cNvPr id="13" name="Google Shape;13;p2"/>
          <p:cNvSpPr/>
          <p:nvPr>
            <p:ph idx="5" type="pic"/>
          </p:nvPr>
        </p:nvSpPr>
        <p:spPr>
          <a:xfrm rot="10800000">
            <a:off x="4664725" y="-1868"/>
            <a:ext cx="4477800" cy="977100"/>
          </a:xfrm>
          <a:prstGeom prst="round1Rect">
            <a:avLst>
              <a:gd fmla="val 17079" name="adj"/>
            </a:avLst>
          </a:prstGeom>
          <a:noFill/>
          <a:ln>
            <a:noFill/>
          </a:ln>
        </p:spPr>
      </p:sp>
      <p:sp>
        <p:nvSpPr>
          <p:cNvPr id="14" name="Google Shape;14;p2"/>
          <p:cNvSpPr txBox="1"/>
          <p:nvPr>
            <p:ph type="ctrTitle"/>
          </p:nvPr>
        </p:nvSpPr>
        <p:spPr>
          <a:xfrm>
            <a:off x="2224800" y="1499975"/>
            <a:ext cx="6014700" cy="16641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chemeClr val="dk1"/>
              </a:buClr>
              <a:buSzPts val="4600"/>
              <a:buFont typeface="Manrope SemiBold"/>
              <a:buNone/>
              <a:defRPr sz="4600">
                <a:latin typeface="Manrope SemiBold"/>
                <a:ea typeface="Manrope SemiBold"/>
                <a:cs typeface="Manrope SemiBold"/>
                <a:sym typeface="Manrope SemiBold"/>
              </a:defRPr>
            </a:lvl1pPr>
            <a:lvl2pPr lvl="1">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2pPr>
            <a:lvl3pPr lvl="2">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3pPr>
            <a:lvl4pPr lvl="3">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4pPr>
            <a:lvl5pPr lvl="4">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5pPr>
            <a:lvl6pPr lvl="5">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6pPr>
            <a:lvl7pPr lvl="6">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7pPr>
            <a:lvl8pPr lvl="7">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8pPr>
            <a:lvl9pPr lvl="8">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9pPr>
          </a:lstStyle>
          <a:p/>
        </p:txBody>
      </p:sp>
      <p:sp>
        <p:nvSpPr>
          <p:cNvPr id="15" name="Google Shape;15;p2"/>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6" name="Google Shape;16;p2"/>
          <p:cNvSpPr txBox="1"/>
          <p:nvPr>
            <p:ph idx="6" type="subTitle"/>
          </p:nvPr>
        </p:nvSpPr>
        <p:spPr>
          <a:xfrm>
            <a:off x="2238050" y="3068700"/>
            <a:ext cx="5514300" cy="408900"/>
          </a:xfrm>
          <a:prstGeom prst="rect">
            <a:avLst/>
          </a:prstGeom>
        </p:spPr>
        <p:txBody>
          <a:bodyPr anchorCtr="0" anchor="ctr" bIns="0" lIns="0" spcFirstLastPara="1" rIns="0" wrap="square" tIns="0">
            <a:normAutofit/>
          </a:bodyPr>
          <a:lstStyle>
            <a:lvl1pPr lvl="0">
              <a:lnSpc>
                <a:spcPct val="100000"/>
              </a:lnSpc>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Marble texture (Provided by Getty Images)" id="17" name="Google Shape;17;p2"/>
          <p:cNvPicPr preferRelativeResize="0"/>
          <p:nvPr/>
        </p:nvPicPr>
        <p:blipFill rotWithShape="1">
          <a:blip r:embed="rId2">
            <a:alphaModFix/>
          </a:blip>
          <a:srcRect b="8354" l="51184" r="0" t="70762"/>
          <a:stretch/>
        </p:blipFill>
        <p:spPr>
          <a:xfrm>
            <a:off x="0" y="4172200"/>
            <a:ext cx="1464300" cy="971400"/>
          </a:xfrm>
          <a:prstGeom prst="round1Rect">
            <a:avLst>
              <a:gd fmla="val 16667" name="adj"/>
            </a:avLst>
          </a:prstGeom>
          <a:noFill/>
          <a:ln>
            <a:noFill/>
          </a:ln>
        </p:spPr>
      </p:pic>
      <p:sp>
        <p:nvSpPr>
          <p:cNvPr id="18" name="Google Shape;18;p2"/>
          <p:cNvSpPr/>
          <p:nvPr>
            <p:ph idx="7" type="pic"/>
          </p:nvPr>
        </p:nvSpPr>
        <p:spPr>
          <a:xfrm>
            <a:off x="2400" y="4169350"/>
            <a:ext cx="1464300" cy="977100"/>
          </a:xfrm>
          <a:prstGeom prst="round1Rect">
            <a:avLst>
              <a:gd fmla="val 17079" name="adj"/>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TITLE_1">
    <p:spTree>
      <p:nvGrpSpPr>
        <p:cNvPr id="19" name="Shape 19"/>
        <p:cNvGrpSpPr/>
        <p:nvPr/>
      </p:nvGrpSpPr>
      <p:grpSpPr>
        <a:xfrm>
          <a:off x="0" y="0"/>
          <a:ext cx="0" cy="0"/>
          <a:chOff x="0" y="0"/>
          <a:chExt cx="0" cy="0"/>
        </a:xfrm>
      </p:grpSpPr>
      <p:sp>
        <p:nvSpPr>
          <p:cNvPr id="20" name="Google Shape;20;p3"/>
          <p:cNvSpPr/>
          <p:nvPr>
            <p:ph idx="2" type="pic"/>
          </p:nvPr>
        </p:nvSpPr>
        <p:spPr>
          <a:xfrm>
            <a:off x="7474525" y="283475"/>
            <a:ext cx="1386000" cy="4860000"/>
          </a:xfrm>
          <a:prstGeom prst="round2SameRect">
            <a:avLst>
              <a:gd fmla="val 16667" name="adj1"/>
              <a:gd fmla="val 0" name="adj2"/>
            </a:avLst>
          </a:prstGeom>
          <a:noFill/>
          <a:ln>
            <a:noFill/>
          </a:ln>
        </p:spPr>
      </p:sp>
      <p:sp>
        <p:nvSpPr>
          <p:cNvPr id="21" name="Google Shape;21;p3"/>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2" name="Google Shape;22;p3"/>
          <p:cNvGrpSpPr/>
          <p:nvPr/>
        </p:nvGrpSpPr>
        <p:grpSpPr>
          <a:xfrm>
            <a:off x="283475" y="457201"/>
            <a:ext cx="351960" cy="352044"/>
            <a:chOff x="8489825" y="3576200"/>
            <a:chExt cx="419700" cy="419700"/>
          </a:xfrm>
        </p:grpSpPr>
        <p:sp>
          <p:nvSpPr>
            <p:cNvPr id="23" name="Google Shape;23;p3"/>
            <p:cNvSpPr/>
            <p:nvPr/>
          </p:nvSpPr>
          <p:spPr>
            <a:xfrm>
              <a:off x="8489825" y="3576200"/>
              <a:ext cx="419700" cy="419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24" name="Google Shape;24;p3"/>
            <p:cNvGrpSpPr/>
            <p:nvPr/>
          </p:nvGrpSpPr>
          <p:grpSpPr>
            <a:xfrm rot="5400000">
              <a:off x="8618161" y="3720599"/>
              <a:ext cx="143075" cy="130896"/>
              <a:chOff x="3091318" y="986129"/>
              <a:chExt cx="694200" cy="635111"/>
            </a:xfrm>
          </p:grpSpPr>
          <p:cxnSp>
            <p:nvCxnSpPr>
              <p:cNvPr id="25" name="Google Shape;25;p3"/>
              <p:cNvCxnSpPr/>
              <p:nvPr/>
            </p:nvCxnSpPr>
            <p:spPr>
              <a:xfrm rot="5400000">
                <a:off x="3149351" y="971579"/>
                <a:ext cx="573000" cy="602100"/>
              </a:xfrm>
              <a:prstGeom prst="straightConnector1">
                <a:avLst/>
              </a:prstGeom>
              <a:noFill/>
              <a:ln cap="flat" cmpd="sng" w="19050">
                <a:solidFill>
                  <a:schemeClr val="lt1"/>
                </a:solidFill>
                <a:prstDash val="solid"/>
                <a:round/>
                <a:headEnd len="sm" w="sm" type="none"/>
                <a:tailEnd len="sm" w="sm" type="none"/>
              </a:ln>
            </p:spPr>
          </p:cxnSp>
          <p:cxnSp>
            <p:nvCxnSpPr>
              <p:cNvPr id="26" name="Google Shape;26;p3"/>
              <p:cNvCxnSpPr/>
              <p:nvPr/>
            </p:nvCxnSpPr>
            <p:spPr>
              <a:xfrm>
                <a:off x="3438418" y="639095"/>
                <a:ext cx="0" cy="694200"/>
              </a:xfrm>
              <a:prstGeom prst="straightConnector1">
                <a:avLst/>
              </a:prstGeom>
              <a:noFill/>
              <a:ln cap="flat" cmpd="sng" w="19050">
                <a:solidFill>
                  <a:schemeClr val="lt1"/>
                </a:solidFill>
                <a:prstDash val="solid"/>
                <a:round/>
                <a:headEnd len="sm" w="sm" type="none"/>
                <a:tailEnd len="sm" w="sm" type="none"/>
              </a:ln>
            </p:spPr>
          </p:cxnSp>
          <p:cxnSp>
            <p:nvCxnSpPr>
              <p:cNvPr id="27" name="Google Shape;27;p3"/>
              <p:cNvCxnSpPr/>
              <p:nvPr/>
            </p:nvCxnSpPr>
            <p:spPr>
              <a:xfrm rot="5400000">
                <a:off x="3428226" y="1307590"/>
                <a:ext cx="627300" cy="0"/>
              </a:xfrm>
              <a:prstGeom prst="straightConnector1">
                <a:avLst/>
              </a:prstGeom>
              <a:noFill/>
              <a:ln cap="flat" cmpd="sng" w="19050">
                <a:solidFill>
                  <a:schemeClr val="lt1"/>
                </a:solidFill>
                <a:prstDash val="solid"/>
                <a:round/>
                <a:headEnd len="sm" w="sm" type="none"/>
                <a:tailEnd len="sm" w="sm" type="none"/>
              </a:ln>
            </p:spPr>
          </p:cxnSp>
        </p:grpSp>
      </p:grpSp>
      <p:sp>
        <p:nvSpPr>
          <p:cNvPr id="28" name="Google Shape;28;p3"/>
          <p:cNvSpPr txBox="1"/>
          <p:nvPr>
            <p:ph idx="1" type="subTitle"/>
          </p:nvPr>
        </p:nvSpPr>
        <p:spPr>
          <a:xfrm>
            <a:off x="283475" y="3087225"/>
            <a:ext cx="2184600" cy="7638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29" name="Google Shape;29;p3"/>
          <p:cNvSpPr txBox="1"/>
          <p:nvPr>
            <p:ph idx="3" type="subTitle"/>
          </p:nvPr>
        </p:nvSpPr>
        <p:spPr>
          <a:xfrm>
            <a:off x="2597688" y="3087225"/>
            <a:ext cx="2185500" cy="7638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30" name="Google Shape;30;p3"/>
          <p:cNvSpPr txBox="1"/>
          <p:nvPr>
            <p:ph idx="4" type="subTitle"/>
          </p:nvPr>
        </p:nvSpPr>
        <p:spPr>
          <a:xfrm>
            <a:off x="4912800" y="3087225"/>
            <a:ext cx="2185500" cy="763800"/>
          </a:xfrm>
          <a:prstGeom prst="rect">
            <a:avLst/>
          </a:prstGeom>
        </p:spPr>
        <p:txBody>
          <a:bodyPr anchorCtr="0" anchor="ctr"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3"/>
          <p:cNvSpPr txBox="1"/>
          <p:nvPr>
            <p:ph idx="5" type="subTitle"/>
          </p:nvPr>
        </p:nvSpPr>
        <p:spPr>
          <a:xfrm>
            <a:off x="293325" y="2329250"/>
            <a:ext cx="19083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2" name="Google Shape;32;p3"/>
          <p:cNvSpPr txBox="1"/>
          <p:nvPr>
            <p:ph idx="6" type="subTitle"/>
          </p:nvPr>
        </p:nvSpPr>
        <p:spPr>
          <a:xfrm>
            <a:off x="2569475" y="2329250"/>
            <a:ext cx="19671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3" name="Google Shape;33;p3"/>
          <p:cNvSpPr txBox="1"/>
          <p:nvPr>
            <p:ph idx="7" type="subTitle"/>
          </p:nvPr>
        </p:nvSpPr>
        <p:spPr>
          <a:xfrm>
            <a:off x="4904425" y="2329250"/>
            <a:ext cx="19671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4" name="Google Shape;34;p3"/>
          <p:cNvSpPr/>
          <p:nvPr/>
        </p:nvSpPr>
        <p:spPr>
          <a:xfrm>
            <a:off x="283475" y="4418000"/>
            <a:ext cx="7114200" cy="725400"/>
          </a:xfrm>
          <a:prstGeom prst="round2SameRect">
            <a:avLst>
              <a:gd fmla="val 30035" name="adj1"/>
              <a:gd fmla="val 0" name="adj2"/>
            </a:avLst>
          </a:prstGeom>
          <a:solidFill>
            <a:schemeClr val="accent4"/>
          </a:solidFill>
          <a:ln>
            <a:noFill/>
          </a:ln>
          <a:effectLst>
            <a:outerShdw blurRad="428625" rotWithShape="0" algn="bl" dir="12420000" dist="47625">
              <a:schemeClr val="dk1">
                <a:alpha val="471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35" name="Google Shape;35;p3"/>
          <p:cNvSpPr txBox="1"/>
          <p:nvPr>
            <p:ph type="title"/>
          </p:nvPr>
        </p:nvSpPr>
        <p:spPr>
          <a:xfrm>
            <a:off x="838525" y="427450"/>
            <a:ext cx="5827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2">
  <p:cSld name="TITLE_1_1">
    <p:spTree>
      <p:nvGrpSpPr>
        <p:cNvPr id="36" name="Shape 36"/>
        <p:cNvGrpSpPr/>
        <p:nvPr/>
      </p:nvGrpSpPr>
      <p:grpSpPr>
        <a:xfrm>
          <a:off x="0" y="0"/>
          <a:ext cx="0" cy="0"/>
          <a:chOff x="0" y="0"/>
          <a:chExt cx="0" cy="0"/>
        </a:xfrm>
      </p:grpSpPr>
      <p:sp>
        <p:nvSpPr>
          <p:cNvPr id="37" name="Google Shape;37;p4"/>
          <p:cNvSpPr/>
          <p:nvPr>
            <p:ph idx="2" type="pic"/>
          </p:nvPr>
        </p:nvSpPr>
        <p:spPr>
          <a:xfrm>
            <a:off x="7474525" y="283475"/>
            <a:ext cx="1386000" cy="4860000"/>
          </a:xfrm>
          <a:prstGeom prst="round2SameRect">
            <a:avLst>
              <a:gd fmla="val 16667" name="adj1"/>
              <a:gd fmla="val 0" name="adj2"/>
            </a:avLst>
          </a:prstGeom>
          <a:noFill/>
          <a:ln>
            <a:noFill/>
          </a:ln>
        </p:spPr>
      </p:sp>
      <p:sp>
        <p:nvSpPr>
          <p:cNvPr id="38" name="Google Shape;38;p4"/>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4"/>
          <p:cNvSpPr txBox="1"/>
          <p:nvPr>
            <p:ph idx="1" type="subTitle"/>
          </p:nvPr>
        </p:nvSpPr>
        <p:spPr>
          <a:xfrm>
            <a:off x="690043" y="1490150"/>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0" name="Google Shape;40;p4"/>
          <p:cNvSpPr txBox="1"/>
          <p:nvPr>
            <p:ph idx="3" type="subTitle"/>
          </p:nvPr>
        </p:nvSpPr>
        <p:spPr>
          <a:xfrm>
            <a:off x="3527068" y="1490150"/>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1" name="Google Shape;41;p4"/>
          <p:cNvSpPr txBox="1"/>
          <p:nvPr>
            <p:ph idx="4" type="subTitle"/>
          </p:nvPr>
        </p:nvSpPr>
        <p:spPr>
          <a:xfrm>
            <a:off x="690040" y="2104016"/>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2" name="Google Shape;42;p4"/>
          <p:cNvSpPr txBox="1"/>
          <p:nvPr>
            <p:ph idx="5" type="subTitle"/>
          </p:nvPr>
        </p:nvSpPr>
        <p:spPr>
          <a:xfrm>
            <a:off x="3527065" y="2104016"/>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3" name="Google Shape;43;p4"/>
          <p:cNvSpPr txBox="1"/>
          <p:nvPr>
            <p:ph idx="6" type="subTitle"/>
          </p:nvPr>
        </p:nvSpPr>
        <p:spPr>
          <a:xfrm>
            <a:off x="690040" y="2717894"/>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4" name="Google Shape;44;p4"/>
          <p:cNvSpPr txBox="1"/>
          <p:nvPr>
            <p:ph idx="7" type="subTitle"/>
          </p:nvPr>
        </p:nvSpPr>
        <p:spPr>
          <a:xfrm>
            <a:off x="3527065" y="2712044"/>
            <a:ext cx="409500" cy="611100"/>
          </a:xfrm>
          <a:prstGeom prst="rect">
            <a:avLst/>
          </a:prstGeom>
        </p:spPr>
        <p:txBody>
          <a:bodyPr anchorCtr="0" anchor="ctr" bIns="0" lIns="0" spcFirstLastPara="1" rIns="0" wrap="square" tIns="0">
            <a:normAutofit/>
          </a:bodyPr>
          <a:lstStyle>
            <a:lvl1pPr lvl="0">
              <a:spcBef>
                <a:spcPts val="0"/>
              </a:spcBef>
              <a:spcAft>
                <a:spcPts val="0"/>
              </a:spcAft>
              <a:buSzPts val="1400"/>
              <a:buFont typeface="Nunito Light"/>
              <a:buNone/>
              <a:defRPr>
                <a:latin typeface="Nunito Light"/>
                <a:ea typeface="Nunito Light"/>
                <a:cs typeface="Nunito Light"/>
                <a:sym typeface="Nunito Light"/>
              </a:defRPr>
            </a:lvl1pPr>
            <a:lvl2pPr lvl="1">
              <a:spcBef>
                <a:spcPts val="0"/>
              </a:spcBef>
              <a:spcAft>
                <a:spcPts val="0"/>
              </a:spcAft>
              <a:buSzPts val="1400"/>
              <a:buFont typeface="Nunito Light"/>
              <a:buNone/>
              <a:defRPr>
                <a:latin typeface="Nunito Light"/>
                <a:ea typeface="Nunito Light"/>
                <a:cs typeface="Nunito Light"/>
                <a:sym typeface="Nunito Light"/>
              </a:defRPr>
            </a:lvl2pPr>
            <a:lvl3pPr lvl="2">
              <a:spcBef>
                <a:spcPts val="0"/>
              </a:spcBef>
              <a:spcAft>
                <a:spcPts val="0"/>
              </a:spcAft>
              <a:buSzPts val="1400"/>
              <a:buFont typeface="Nunito Light"/>
              <a:buNone/>
              <a:defRPr>
                <a:latin typeface="Nunito Light"/>
                <a:ea typeface="Nunito Light"/>
                <a:cs typeface="Nunito Light"/>
                <a:sym typeface="Nunito Light"/>
              </a:defRPr>
            </a:lvl3pPr>
            <a:lvl4pPr lvl="3">
              <a:spcBef>
                <a:spcPts val="0"/>
              </a:spcBef>
              <a:spcAft>
                <a:spcPts val="0"/>
              </a:spcAft>
              <a:buSzPts val="1400"/>
              <a:buFont typeface="Nunito Light"/>
              <a:buNone/>
              <a:defRPr>
                <a:latin typeface="Nunito Light"/>
                <a:ea typeface="Nunito Light"/>
                <a:cs typeface="Nunito Light"/>
                <a:sym typeface="Nunito Light"/>
              </a:defRPr>
            </a:lvl4pPr>
            <a:lvl5pPr lvl="4">
              <a:spcBef>
                <a:spcPts val="0"/>
              </a:spcBef>
              <a:spcAft>
                <a:spcPts val="0"/>
              </a:spcAft>
              <a:buSzPts val="1400"/>
              <a:buFont typeface="Nunito Light"/>
              <a:buNone/>
              <a:defRPr>
                <a:latin typeface="Nunito Light"/>
                <a:ea typeface="Nunito Light"/>
                <a:cs typeface="Nunito Light"/>
                <a:sym typeface="Nunito Light"/>
              </a:defRPr>
            </a:lvl5pPr>
            <a:lvl6pPr lvl="5">
              <a:spcBef>
                <a:spcPts val="0"/>
              </a:spcBef>
              <a:spcAft>
                <a:spcPts val="0"/>
              </a:spcAft>
              <a:buSzPts val="1400"/>
              <a:buFont typeface="Nunito Light"/>
              <a:buNone/>
              <a:defRPr>
                <a:latin typeface="Nunito Light"/>
                <a:ea typeface="Nunito Light"/>
                <a:cs typeface="Nunito Light"/>
                <a:sym typeface="Nunito Light"/>
              </a:defRPr>
            </a:lvl6pPr>
            <a:lvl7pPr lvl="6">
              <a:spcBef>
                <a:spcPts val="0"/>
              </a:spcBef>
              <a:spcAft>
                <a:spcPts val="0"/>
              </a:spcAft>
              <a:buSzPts val="1400"/>
              <a:buFont typeface="Nunito Light"/>
              <a:buNone/>
              <a:defRPr>
                <a:latin typeface="Nunito Light"/>
                <a:ea typeface="Nunito Light"/>
                <a:cs typeface="Nunito Light"/>
                <a:sym typeface="Nunito Light"/>
              </a:defRPr>
            </a:lvl7pPr>
            <a:lvl8pPr lvl="7">
              <a:spcBef>
                <a:spcPts val="0"/>
              </a:spcBef>
              <a:spcAft>
                <a:spcPts val="0"/>
              </a:spcAft>
              <a:buSzPts val="1400"/>
              <a:buFont typeface="Nunito Light"/>
              <a:buNone/>
              <a:defRPr>
                <a:latin typeface="Nunito Light"/>
                <a:ea typeface="Nunito Light"/>
                <a:cs typeface="Nunito Light"/>
                <a:sym typeface="Nunito Light"/>
              </a:defRPr>
            </a:lvl8pPr>
            <a:lvl9pPr lvl="8">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5" name="Google Shape;45;p4"/>
          <p:cNvSpPr txBox="1"/>
          <p:nvPr>
            <p:ph idx="8" type="subTitle"/>
          </p:nvPr>
        </p:nvSpPr>
        <p:spPr>
          <a:xfrm>
            <a:off x="1203900" y="14904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6" name="Google Shape;46;p4"/>
          <p:cNvSpPr txBox="1"/>
          <p:nvPr>
            <p:ph idx="9" type="subTitle"/>
          </p:nvPr>
        </p:nvSpPr>
        <p:spPr>
          <a:xfrm>
            <a:off x="1203900" y="21061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7" name="Google Shape;47;p4"/>
          <p:cNvSpPr txBox="1"/>
          <p:nvPr>
            <p:ph idx="13" type="subTitle"/>
          </p:nvPr>
        </p:nvSpPr>
        <p:spPr>
          <a:xfrm>
            <a:off x="1203900" y="2715768"/>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8" name="Google Shape;48;p4"/>
          <p:cNvSpPr txBox="1"/>
          <p:nvPr>
            <p:ph idx="14" type="subTitle"/>
          </p:nvPr>
        </p:nvSpPr>
        <p:spPr>
          <a:xfrm>
            <a:off x="4038550" y="14904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9" name="Google Shape;49;p4"/>
          <p:cNvSpPr txBox="1"/>
          <p:nvPr>
            <p:ph idx="15" type="subTitle"/>
          </p:nvPr>
        </p:nvSpPr>
        <p:spPr>
          <a:xfrm>
            <a:off x="4038550" y="2103120"/>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0" name="Google Shape;50;p4"/>
          <p:cNvSpPr txBox="1"/>
          <p:nvPr>
            <p:ph idx="16" type="subTitle"/>
          </p:nvPr>
        </p:nvSpPr>
        <p:spPr>
          <a:xfrm>
            <a:off x="4038550" y="2715768"/>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1" name="Google Shape;51;p4"/>
          <p:cNvSpPr txBox="1"/>
          <p:nvPr>
            <p:ph idx="17" type="subTitle"/>
          </p:nvPr>
        </p:nvSpPr>
        <p:spPr>
          <a:xfrm>
            <a:off x="690040" y="3325547"/>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52" name="Google Shape;52;p4"/>
          <p:cNvSpPr txBox="1"/>
          <p:nvPr>
            <p:ph idx="18" type="subTitle"/>
          </p:nvPr>
        </p:nvSpPr>
        <p:spPr>
          <a:xfrm>
            <a:off x="3527065" y="3319697"/>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53" name="Google Shape;53;p4"/>
          <p:cNvSpPr txBox="1"/>
          <p:nvPr>
            <p:ph idx="19" type="subTitle"/>
          </p:nvPr>
        </p:nvSpPr>
        <p:spPr>
          <a:xfrm>
            <a:off x="1203900" y="3328416"/>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4" name="Google Shape;54;p4"/>
          <p:cNvSpPr txBox="1"/>
          <p:nvPr>
            <p:ph idx="20" type="subTitle"/>
          </p:nvPr>
        </p:nvSpPr>
        <p:spPr>
          <a:xfrm>
            <a:off x="4038550" y="33192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5" name="Google Shape;55;p4"/>
          <p:cNvSpPr/>
          <p:nvPr/>
        </p:nvSpPr>
        <p:spPr>
          <a:xfrm>
            <a:off x="283475" y="4418000"/>
            <a:ext cx="7114200" cy="725400"/>
          </a:xfrm>
          <a:prstGeom prst="round2SameRect">
            <a:avLst>
              <a:gd fmla="val 30035" name="adj1"/>
              <a:gd fmla="val 0" name="adj2"/>
            </a:avLst>
          </a:prstGeom>
          <a:solidFill>
            <a:schemeClr val="accent4"/>
          </a:solidFill>
          <a:ln>
            <a:noFill/>
          </a:ln>
          <a:effectLst>
            <a:outerShdw blurRad="428625" rotWithShape="0" algn="bl" dir="12420000" dist="47625">
              <a:schemeClr val="dk1">
                <a:alpha val="471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56" name="Google Shape;56;p4"/>
          <p:cNvSpPr txBox="1"/>
          <p:nvPr>
            <p:ph type="title"/>
          </p:nvPr>
        </p:nvSpPr>
        <p:spPr>
          <a:xfrm>
            <a:off x="283475" y="475500"/>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Font typeface="Manrope"/>
              <a:buNone/>
              <a:defRPr sz="3000"/>
            </a:lvl1pPr>
            <a:lvl2pPr lvl="1">
              <a:spcBef>
                <a:spcPts val="0"/>
              </a:spcBef>
              <a:spcAft>
                <a:spcPts val="0"/>
              </a:spcAft>
              <a:buSzPts val="3000"/>
              <a:buFont typeface="Manrope"/>
              <a:buNone/>
              <a:defRPr sz="3000"/>
            </a:lvl2pPr>
            <a:lvl3pPr lvl="2">
              <a:spcBef>
                <a:spcPts val="0"/>
              </a:spcBef>
              <a:spcAft>
                <a:spcPts val="0"/>
              </a:spcAft>
              <a:buSzPts val="3000"/>
              <a:buFont typeface="Manrope"/>
              <a:buNone/>
              <a:defRPr sz="3000"/>
            </a:lvl3pPr>
            <a:lvl4pPr lvl="3">
              <a:spcBef>
                <a:spcPts val="0"/>
              </a:spcBef>
              <a:spcAft>
                <a:spcPts val="0"/>
              </a:spcAft>
              <a:buSzPts val="3000"/>
              <a:buFont typeface="Manrope"/>
              <a:buNone/>
              <a:defRPr sz="3000"/>
            </a:lvl4pPr>
            <a:lvl5pPr lvl="4">
              <a:spcBef>
                <a:spcPts val="0"/>
              </a:spcBef>
              <a:spcAft>
                <a:spcPts val="0"/>
              </a:spcAft>
              <a:buSzPts val="3000"/>
              <a:buFont typeface="Manrope"/>
              <a:buNone/>
              <a:defRPr sz="3000"/>
            </a:lvl5pPr>
            <a:lvl6pPr lvl="5">
              <a:spcBef>
                <a:spcPts val="0"/>
              </a:spcBef>
              <a:spcAft>
                <a:spcPts val="0"/>
              </a:spcAft>
              <a:buSzPts val="3000"/>
              <a:buFont typeface="Manrope"/>
              <a:buNone/>
              <a:defRPr sz="3000"/>
            </a:lvl6pPr>
            <a:lvl7pPr lvl="6">
              <a:spcBef>
                <a:spcPts val="0"/>
              </a:spcBef>
              <a:spcAft>
                <a:spcPts val="0"/>
              </a:spcAft>
              <a:buSzPts val="3000"/>
              <a:buFont typeface="Manrope"/>
              <a:buNone/>
              <a:defRPr sz="3000"/>
            </a:lvl7pPr>
            <a:lvl8pPr lvl="7">
              <a:spcBef>
                <a:spcPts val="0"/>
              </a:spcBef>
              <a:spcAft>
                <a:spcPts val="0"/>
              </a:spcAft>
              <a:buSzPts val="3000"/>
              <a:buFont typeface="Manrope"/>
              <a:buNone/>
              <a:defRPr sz="3000"/>
            </a:lvl8pPr>
            <a:lvl9pPr lvl="8">
              <a:spcBef>
                <a:spcPts val="0"/>
              </a:spcBef>
              <a:spcAft>
                <a:spcPts val="0"/>
              </a:spcAft>
              <a:buSzPts val="3000"/>
              <a:buFont typeface="Manrope"/>
              <a:buNone/>
              <a:defRPr sz="3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3 cards">
  <p:cSld name="CUSTOM_1">
    <p:spTree>
      <p:nvGrpSpPr>
        <p:cNvPr id="57" name="Shape 57"/>
        <p:cNvGrpSpPr/>
        <p:nvPr/>
      </p:nvGrpSpPr>
      <p:grpSpPr>
        <a:xfrm>
          <a:off x="0" y="0"/>
          <a:ext cx="0" cy="0"/>
          <a:chOff x="0" y="0"/>
          <a:chExt cx="0" cy="0"/>
        </a:xfrm>
      </p:grpSpPr>
      <p:sp>
        <p:nvSpPr>
          <p:cNvPr id="58" name="Google Shape;58;p5"/>
          <p:cNvSpPr txBox="1"/>
          <p:nvPr>
            <p:ph type="title"/>
          </p:nvPr>
        </p:nvSpPr>
        <p:spPr>
          <a:xfrm>
            <a:off x="283475" y="666550"/>
            <a:ext cx="5623500" cy="5019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5"/>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60" name="Google Shape;60;p5"/>
          <p:cNvSpPr/>
          <p:nvPr>
            <p:ph idx="2" type="pic"/>
          </p:nvPr>
        </p:nvSpPr>
        <p:spPr>
          <a:xfrm>
            <a:off x="283475" y="1426475"/>
            <a:ext cx="2760300" cy="1812300"/>
          </a:xfrm>
          <a:prstGeom prst="round2SameRect">
            <a:avLst>
              <a:gd fmla="val 16667" name="adj1"/>
              <a:gd fmla="val 0" name="adj2"/>
            </a:avLst>
          </a:prstGeom>
          <a:noFill/>
          <a:ln>
            <a:noFill/>
          </a:ln>
        </p:spPr>
      </p:sp>
      <p:sp>
        <p:nvSpPr>
          <p:cNvPr id="61" name="Google Shape;61;p5"/>
          <p:cNvSpPr/>
          <p:nvPr>
            <p:ph idx="3" type="pic"/>
          </p:nvPr>
        </p:nvSpPr>
        <p:spPr>
          <a:xfrm>
            <a:off x="3191850" y="1426475"/>
            <a:ext cx="2760300" cy="1812300"/>
          </a:xfrm>
          <a:prstGeom prst="round2SameRect">
            <a:avLst>
              <a:gd fmla="val 16667" name="adj1"/>
              <a:gd fmla="val 0" name="adj2"/>
            </a:avLst>
          </a:prstGeom>
          <a:noFill/>
          <a:ln>
            <a:noFill/>
          </a:ln>
        </p:spPr>
      </p:sp>
      <p:sp>
        <p:nvSpPr>
          <p:cNvPr id="62" name="Google Shape;62;p5"/>
          <p:cNvSpPr/>
          <p:nvPr>
            <p:ph idx="4" type="pic"/>
          </p:nvPr>
        </p:nvSpPr>
        <p:spPr>
          <a:xfrm>
            <a:off x="6100225" y="1426475"/>
            <a:ext cx="2760300" cy="1812300"/>
          </a:xfrm>
          <a:prstGeom prst="round2SameRect">
            <a:avLst>
              <a:gd fmla="val 16667" name="adj1"/>
              <a:gd fmla="val 0" name="adj2"/>
            </a:avLst>
          </a:prstGeom>
          <a:noFill/>
          <a:ln>
            <a:noFill/>
          </a:ln>
        </p:spPr>
      </p:sp>
      <p:sp>
        <p:nvSpPr>
          <p:cNvPr id="63" name="Google Shape;63;p5"/>
          <p:cNvSpPr txBox="1"/>
          <p:nvPr>
            <p:ph idx="5" type="subTitle"/>
          </p:nvPr>
        </p:nvSpPr>
        <p:spPr>
          <a:xfrm>
            <a:off x="475500" y="3383025"/>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64" name="Google Shape;64;p5"/>
          <p:cNvSpPr txBox="1"/>
          <p:nvPr>
            <p:ph idx="6" type="subTitle"/>
          </p:nvPr>
        </p:nvSpPr>
        <p:spPr>
          <a:xfrm>
            <a:off x="473025"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65" name="Google Shape;65;p5"/>
          <p:cNvSpPr txBox="1"/>
          <p:nvPr>
            <p:ph idx="7" type="subTitle"/>
          </p:nvPr>
        </p:nvSpPr>
        <p:spPr>
          <a:xfrm>
            <a:off x="475500"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66" name="Google Shape;66;p5"/>
          <p:cNvSpPr txBox="1"/>
          <p:nvPr>
            <p:ph idx="8" type="subTitle"/>
          </p:nvPr>
        </p:nvSpPr>
        <p:spPr>
          <a:xfrm>
            <a:off x="3381050" y="3382950"/>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67" name="Google Shape;67;p5"/>
          <p:cNvSpPr txBox="1"/>
          <p:nvPr>
            <p:ph idx="9" type="subTitle"/>
          </p:nvPr>
        </p:nvSpPr>
        <p:spPr>
          <a:xfrm>
            <a:off x="3378575"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68" name="Google Shape;68;p5"/>
          <p:cNvSpPr txBox="1"/>
          <p:nvPr>
            <p:ph idx="13" type="subTitle"/>
          </p:nvPr>
        </p:nvSpPr>
        <p:spPr>
          <a:xfrm>
            <a:off x="3381050"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69" name="Google Shape;69;p5"/>
          <p:cNvSpPr txBox="1"/>
          <p:nvPr>
            <p:ph idx="14" type="subTitle"/>
          </p:nvPr>
        </p:nvSpPr>
        <p:spPr>
          <a:xfrm>
            <a:off x="6286575" y="3382950"/>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70" name="Google Shape;70;p5"/>
          <p:cNvSpPr txBox="1"/>
          <p:nvPr>
            <p:ph idx="15" type="subTitle"/>
          </p:nvPr>
        </p:nvSpPr>
        <p:spPr>
          <a:xfrm>
            <a:off x="6284100"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71" name="Google Shape;71;p5"/>
          <p:cNvSpPr txBox="1"/>
          <p:nvPr>
            <p:ph idx="16" type="subTitle"/>
          </p:nvPr>
        </p:nvSpPr>
        <p:spPr>
          <a:xfrm>
            <a:off x="6286575"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6 cards">
  <p:cSld name="CUSTOM_1_1">
    <p:spTree>
      <p:nvGrpSpPr>
        <p:cNvPr id="72" name="Shape 72"/>
        <p:cNvGrpSpPr/>
        <p:nvPr/>
      </p:nvGrpSpPr>
      <p:grpSpPr>
        <a:xfrm>
          <a:off x="0" y="0"/>
          <a:ext cx="0" cy="0"/>
          <a:chOff x="0" y="0"/>
          <a:chExt cx="0" cy="0"/>
        </a:xfrm>
      </p:grpSpPr>
      <p:sp>
        <p:nvSpPr>
          <p:cNvPr id="73" name="Google Shape;73;p6"/>
          <p:cNvSpPr txBox="1"/>
          <p:nvPr>
            <p:ph type="title"/>
          </p:nvPr>
        </p:nvSpPr>
        <p:spPr>
          <a:xfrm>
            <a:off x="283475" y="666550"/>
            <a:ext cx="5623500" cy="50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6"/>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75" name="Google Shape;75;p6"/>
          <p:cNvSpPr/>
          <p:nvPr>
            <p:ph idx="2" type="pic"/>
          </p:nvPr>
        </p:nvSpPr>
        <p:spPr>
          <a:xfrm>
            <a:off x="283475" y="1629400"/>
            <a:ext cx="1367400" cy="1487100"/>
          </a:xfrm>
          <a:prstGeom prst="round2SameRect">
            <a:avLst>
              <a:gd fmla="val 16879" name="adj1"/>
              <a:gd fmla="val 0" name="adj2"/>
            </a:avLst>
          </a:prstGeom>
          <a:noFill/>
          <a:ln>
            <a:noFill/>
          </a:ln>
        </p:spPr>
      </p:sp>
      <p:sp>
        <p:nvSpPr>
          <p:cNvPr id="76" name="Google Shape;76;p6"/>
          <p:cNvSpPr txBox="1"/>
          <p:nvPr>
            <p:ph idx="3" type="subTitle"/>
          </p:nvPr>
        </p:nvSpPr>
        <p:spPr>
          <a:xfrm>
            <a:off x="475500" y="3133275"/>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77" name="Google Shape;77;p6"/>
          <p:cNvSpPr txBox="1"/>
          <p:nvPr>
            <p:ph idx="4" type="subTitle"/>
          </p:nvPr>
        </p:nvSpPr>
        <p:spPr>
          <a:xfrm>
            <a:off x="473025"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78" name="Google Shape;78;p6"/>
          <p:cNvSpPr/>
          <p:nvPr>
            <p:ph idx="5" type="pic"/>
          </p:nvPr>
        </p:nvSpPr>
        <p:spPr>
          <a:xfrm>
            <a:off x="1725638" y="1629400"/>
            <a:ext cx="1367400" cy="1487100"/>
          </a:xfrm>
          <a:prstGeom prst="round2SameRect">
            <a:avLst>
              <a:gd fmla="val 16879" name="adj1"/>
              <a:gd fmla="val 0" name="adj2"/>
            </a:avLst>
          </a:prstGeom>
          <a:noFill/>
          <a:ln>
            <a:noFill/>
          </a:ln>
        </p:spPr>
      </p:sp>
      <p:sp>
        <p:nvSpPr>
          <p:cNvPr id="79" name="Google Shape;79;p6"/>
          <p:cNvSpPr txBox="1"/>
          <p:nvPr>
            <p:ph idx="6" type="subTitle"/>
          </p:nvPr>
        </p:nvSpPr>
        <p:spPr>
          <a:xfrm>
            <a:off x="1917675" y="3133274"/>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0" name="Google Shape;80;p6"/>
          <p:cNvSpPr txBox="1"/>
          <p:nvPr>
            <p:ph idx="7" type="subTitle"/>
          </p:nvPr>
        </p:nvSpPr>
        <p:spPr>
          <a:xfrm>
            <a:off x="191518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1" name="Google Shape;81;p6"/>
          <p:cNvSpPr/>
          <p:nvPr>
            <p:ph idx="8" type="pic"/>
          </p:nvPr>
        </p:nvSpPr>
        <p:spPr>
          <a:xfrm>
            <a:off x="3167463" y="1629400"/>
            <a:ext cx="1367400" cy="1487100"/>
          </a:xfrm>
          <a:prstGeom prst="round2SameRect">
            <a:avLst>
              <a:gd fmla="val 16879" name="adj1"/>
              <a:gd fmla="val 0" name="adj2"/>
            </a:avLst>
          </a:prstGeom>
          <a:noFill/>
          <a:ln>
            <a:noFill/>
          </a:ln>
        </p:spPr>
      </p:sp>
      <p:sp>
        <p:nvSpPr>
          <p:cNvPr id="82" name="Google Shape;82;p6"/>
          <p:cNvSpPr txBox="1"/>
          <p:nvPr>
            <p:ph idx="9" type="subTitle"/>
          </p:nvPr>
        </p:nvSpPr>
        <p:spPr>
          <a:xfrm>
            <a:off x="3359500" y="3133275"/>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3" name="Google Shape;83;p6"/>
          <p:cNvSpPr txBox="1"/>
          <p:nvPr>
            <p:ph idx="13" type="subTitle"/>
          </p:nvPr>
        </p:nvSpPr>
        <p:spPr>
          <a:xfrm>
            <a:off x="3357013"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4" name="Google Shape;84;p6"/>
          <p:cNvSpPr/>
          <p:nvPr>
            <p:ph idx="14" type="pic"/>
          </p:nvPr>
        </p:nvSpPr>
        <p:spPr>
          <a:xfrm>
            <a:off x="4609300" y="1629400"/>
            <a:ext cx="1367400" cy="1487100"/>
          </a:xfrm>
          <a:prstGeom prst="round2SameRect">
            <a:avLst>
              <a:gd fmla="val 16879" name="adj1"/>
              <a:gd fmla="val 0" name="adj2"/>
            </a:avLst>
          </a:prstGeom>
          <a:noFill/>
          <a:ln>
            <a:noFill/>
          </a:ln>
        </p:spPr>
      </p:sp>
      <p:sp>
        <p:nvSpPr>
          <p:cNvPr id="85" name="Google Shape;85;p6"/>
          <p:cNvSpPr txBox="1"/>
          <p:nvPr>
            <p:ph idx="15" type="subTitle"/>
          </p:nvPr>
        </p:nvSpPr>
        <p:spPr>
          <a:xfrm>
            <a:off x="4801325" y="3116499"/>
            <a:ext cx="10827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6" name="Google Shape;86;p6"/>
          <p:cNvSpPr txBox="1"/>
          <p:nvPr>
            <p:ph idx="16" type="subTitle"/>
          </p:nvPr>
        </p:nvSpPr>
        <p:spPr>
          <a:xfrm>
            <a:off x="4798850"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7" name="Google Shape;87;p6"/>
          <p:cNvSpPr/>
          <p:nvPr>
            <p:ph idx="17" type="pic"/>
          </p:nvPr>
        </p:nvSpPr>
        <p:spPr>
          <a:xfrm>
            <a:off x="6051138" y="1629400"/>
            <a:ext cx="1367400" cy="1487100"/>
          </a:xfrm>
          <a:prstGeom prst="round2SameRect">
            <a:avLst>
              <a:gd fmla="val 16879" name="adj1"/>
              <a:gd fmla="val 0" name="adj2"/>
            </a:avLst>
          </a:prstGeom>
          <a:noFill/>
          <a:ln>
            <a:noFill/>
          </a:ln>
        </p:spPr>
      </p:sp>
      <p:sp>
        <p:nvSpPr>
          <p:cNvPr id="88" name="Google Shape;88;p6"/>
          <p:cNvSpPr txBox="1"/>
          <p:nvPr>
            <p:ph idx="18" type="subTitle"/>
          </p:nvPr>
        </p:nvSpPr>
        <p:spPr>
          <a:xfrm>
            <a:off x="6243175" y="3116474"/>
            <a:ext cx="10827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9" name="Google Shape;89;p6"/>
          <p:cNvSpPr txBox="1"/>
          <p:nvPr>
            <p:ph idx="19" type="subTitle"/>
          </p:nvPr>
        </p:nvSpPr>
        <p:spPr>
          <a:xfrm>
            <a:off x="624068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90" name="Google Shape;90;p6"/>
          <p:cNvSpPr/>
          <p:nvPr>
            <p:ph idx="20" type="pic"/>
          </p:nvPr>
        </p:nvSpPr>
        <p:spPr>
          <a:xfrm>
            <a:off x="7492988" y="1629400"/>
            <a:ext cx="1367400" cy="1487100"/>
          </a:xfrm>
          <a:prstGeom prst="round2SameRect">
            <a:avLst>
              <a:gd fmla="val 16879" name="adj1"/>
              <a:gd fmla="val 0" name="adj2"/>
            </a:avLst>
          </a:prstGeom>
          <a:noFill/>
          <a:ln>
            <a:noFill/>
          </a:ln>
        </p:spPr>
      </p:sp>
      <p:sp>
        <p:nvSpPr>
          <p:cNvPr id="91" name="Google Shape;91;p6"/>
          <p:cNvSpPr txBox="1"/>
          <p:nvPr>
            <p:ph idx="21" type="subTitle"/>
          </p:nvPr>
        </p:nvSpPr>
        <p:spPr>
          <a:xfrm>
            <a:off x="7685025" y="3116475"/>
            <a:ext cx="10356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92" name="Google Shape;92;p6"/>
          <p:cNvSpPr txBox="1"/>
          <p:nvPr>
            <p:ph idx="22" type="subTitle"/>
          </p:nvPr>
        </p:nvSpPr>
        <p:spPr>
          <a:xfrm>
            <a:off x="768253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graph ALT 1">
  <p:cSld name="TITLE_ONLY_2">
    <p:spTree>
      <p:nvGrpSpPr>
        <p:cNvPr id="93" name="Shape 93"/>
        <p:cNvGrpSpPr/>
        <p:nvPr/>
      </p:nvGrpSpPr>
      <p:grpSpPr>
        <a:xfrm>
          <a:off x="0" y="0"/>
          <a:ext cx="0" cy="0"/>
          <a:chOff x="0" y="0"/>
          <a:chExt cx="0" cy="0"/>
        </a:xfrm>
      </p:grpSpPr>
      <p:sp>
        <p:nvSpPr>
          <p:cNvPr id="94" name="Google Shape;94;p7"/>
          <p:cNvSpPr txBox="1"/>
          <p:nvPr>
            <p:ph idx="1" type="body"/>
          </p:nvPr>
        </p:nvSpPr>
        <p:spPr>
          <a:xfrm>
            <a:off x="7211300" y="2470900"/>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5" name="Google Shape;95;p7"/>
          <p:cNvSpPr txBox="1"/>
          <p:nvPr>
            <p:ph idx="2" type="body"/>
          </p:nvPr>
        </p:nvSpPr>
        <p:spPr>
          <a:xfrm>
            <a:off x="7211300" y="3003697"/>
            <a:ext cx="1649100" cy="2499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6" name="Google Shape;96;p7"/>
          <p:cNvSpPr txBox="1"/>
          <p:nvPr>
            <p:ph idx="3" type="body"/>
          </p:nvPr>
        </p:nvSpPr>
        <p:spPr>
          <a:xfrm>
            <a:off x="7211300" y="3538053"/>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7" name="Google Shape;97;p7"/>
          <p:cNvSpPr txBox="1"/>
          <p:nvPr>
            <p:ph idx="4" type="body"/>
          </p:nvPr>
        </p:nvSpPr>
        <p:spPr>
          <a:xfrm>
            <a:off x="7211300" y="4075455"/>
            <a:ext cx="1649100" cy="2499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8" name="Google Shape;98;p7"/>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7"/>
          <p:cNvSpPr txBox="1"/>
          <p:nvPr>
            <p:ph idx="5"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00" name="Google Shape;100;p7"/>
          <p:cNvSpPr txBox="1"/>
          <p:nvPr>
            <p:ph type="title"/>
          </p:nvPr>
        </p:nvSpPr>
        <p:spPr>
          <a:xfrm>
            <a:off x="283475" y="639725"/>
            <a:ext cx="8385000" cy="596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1" name="Google Shape;101;p7"/>
          <p:cNvSpPr txBox="1"/>
          <p:nvPr>
            <p:ph idx="6" type="subTitle"/>
          </p:nvPr>
        </p:nvSpPr>
        <p:spPr>
          <a:xfrm>
            <a:off x="409850" y="2467125"/>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2" name="Google Shape;102;p7"/>
          <p:cNvSpPr txBox="1"/>
          <p:nvPr>
            <p:ph idx="7" type="subTitle"/>
          </p:nvPr>
        </p:nvSpPr>
        <p:spPr>
          <a:xfrm>
            <a:off x="409850" y="3001485"/>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3" name="Google Shape;103;p7"/>
          <p:cNvSpPr txBox="1"/>
          <p:nvPr>
            <p:ph idx="8" type="subTitle"/>
          </p:nvPr>
        </p:nvSpPr>
        <p:spPr>
          <a:xfrm>
            <a:off x="409850" y="3535857"/>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4" name="Google Shape;104;p7"/>
          <p:cNvSpPr txBox="1"/>
          <p:nvPr>
            <p:ph idx="9" type="subTitle"/>
          </p:nvPr>
        </p:nvSpPr>
        <p:spPr>
          <a:xfrm>
            <a:off x="409850" y="4070229"/>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5" name="Google Shape;105;p7"/>
          <p:cNvSpPr txBox="1"/>
          <p:nvPr>
            <p:ph idx="13" type="subTitle"/>
          </p:nvPr>
        </p:nvSpPr>
        <p:spPr>
          <a:xfrm>
            <a:off x="409850" y="4604601"/>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6" name="Google Shape;106;p7"/>
          <p:cNvSpPr txBox="1"/>
          <p:nvPr>
            <p:ph idx="14" type="subTitle"/>
          </p:nvPr>
        </p:nvSpPr>
        <p:spPr>
          <a:xfrm>
            <a:off x="2524825"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7" name="Google Shape;107;p7"/>
          <p:cNvSpPr txBox="1"/>
          <p:nvPr>
            <p:ph idx="15" type="subTitle"/>
          </p:nvPr>
        </p:nvSpPr>
        <p:spPr>
          <a:xfrm>
            <a:off x="4138800"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8" name="Google Shape;108;p7"/>
          <p:cNvSpPr txBox="1"/>
          <p:nvPr>
            <p:ph idx="16" type="subTitle"/>
          </p:nvPr>
        </p:nvSpPr>
        <p:spPr>
          <a:xfrm>
            <a:off x="5671025"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9" name="Google Shape;109;p7"/>
          <p:cNvSpPr txBox="1"/>
          <p:nvPr>
            <p:ph idx="17" type="subTitle"/>
          </p:nvPr>
        </p:nvSpPr>
        <p:spPr>
          <a:xfrm>
            <a:off x="7230083" y="1989300"/>
            <a:ext cx="1793100" cy="1215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10" name="Google Shape;110;p7"/>
          <p:cNvSpPr txBox="1"/>
          <p:nvPr>
            <p:ph idx="18" type="subTitle"/>
          </p:nvPr>
        </p:nvSpPr>
        <p:spPr>
          <a:xfrm>
            <a:off x="2443075"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1" name="Google Shape;111;p7"/>
          <p:cNvSpPr txBox="1"/>
          <p:nvPr>
            <p:ph idx="19" type="subTitle"/>
          </p:nvPr>
        </p:nvSpPr>
        <p:spPr>
          <a:xfrm>
            <a:off x="2443075"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2" name="Google Shape;112;p7"/>
          <p:cNvSpPr txBox="1"/>
          <p:nvPr>
            <p:ph idx="20" type="subTitle"/>
          </p:nvPr>
        </p:nvSpPr>
        <p:spPr>
          <a:xfrm>
            <a:off x="2443075"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3" name="Google Shape;113;p7"/>
          <p:cNvSpPr txBox="1"/>
          <p:nvPr>
            <p:ph idx="21" type="subTitle"/>
          </p:nvPr>
        </p:nvSpPr>
        <p:spPr>
          <a:xfrm>
            <a:off x="2443075"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4" name="Google Shape;114;p7"/>
          <p:cNvSpPr txBox="1"/>
          <p:nvPr>
            <p:ph idx="22" type="subTitle"/>
          </p:nvPr>
        </p:nvSpPr>
        <p:spPr>
          <a:xfrm>
            <a:off x="2443075"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5" name="Google Shape;115;p7"/>
          <p:cNvSpPr txBox="1"/>
          <p:nvPr>
            <p:ph idx="23" type="subTitle"/>
          </p:nvPr>
        </p:nvSpPr>
        <p:spPr>
          <a:xfrm>
            <a:off x="4057050"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6" name="Google Shape;116;p7"/>
          <p:cNvSpPr txBox="1"/>
          <p:nvPr>
            <p:ph idx="24" type="subTitle"/>
          </p:nvPr>
        </p:nvSpPr>
        <p:spPr>
          <a:xfrm>
            <a:off x="4057050"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7" name="Google Shape;117;p7"/>
          <p:cNvSpPr txBox="1"/>
          <p:nvPr>
            <p:ph idx="25" type="subTitle"/>
          </p:nvPr>
        </p:nvSpPr>
        <p:spPr>
          <a:xfrm>
            <a:off x="4057050"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8" name="Google Shape;118;p7"/>
          <p:cNvSpPr txBox="1"/>
          <p:nvPr>
            <p:ph idx="26" type="subTitle"/>
          </p:nvPr>
        </p:nvSpPr>
        <p:spPr>
          <a:xfrm>
            <a:off x="4057050"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9" name="Google Shape;119;p7"/>
          <p:cNvSpPr txBox="1"/>
          <p:nvPr>
            <p:ph idx="27" type="subTitle"/>
          </p:nvPr>
        </p:nvSpPr>
        <p:spPr>
          <a:xfrm>
            <a:off x="4057050"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0" name="Google Shape;120;p7"/>
          <p:cNvSpPr txBox="1"/>
          <p:nvPr>
            <p:ph idx="28" type="subTitle"/>
          </p:nvPr>
        </p:nvSpPr>
        <p:spPr>
          <a:xfrm>
            <a:off x="5589750"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1" name="Google Shape;121;p7"/>
          <p:cNvSpPr txBox="1"/>
          <p:nvPr>
            <p:ph idx="29" type="subTitle"/>
          </p:nvPr>
        </p:nvSpPr>
        <p:spPr>
          <a:xfrm>
            <a:off x="5589750"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2" name="Google Shape;122;p7"/>
          <p:cNvSpPr txBox="1"/>
          <p:nvPr>
            <p:ph idx="30" type="subTitle"/>
          </p:nvPr>
        </p:nvSpPr>
        <p:spPr>
          <a:xfrm>
            <a:off x="5589750"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3" name="Google Shape;123;p7"/>
          <p:cNvSpPr txBox="1"/>
          <p:nvPr>
            <p:ph idx="31" type="subTitle"/>
          </p:nvPr>
        </p:nvSpPr>
        <p:spPr>
          <a:xfrm>
            <a:off x="5589750"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4" name="Google Shape;124;p7"/>
          <p:cNvSpPr txBox="1"/>
          <p:nvPr>
            <p:ph idx="32" type="subTitle"/>
          </p:nvPr>
        </p:nvSpPr>
        <p:spPr>
          <a:xfrm>
            <a:off x="5589750"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5" name="Google Shape;125;p7"/>
          <p:cNvSpPr txBox="1"/>
          <p:nvPr>
            <p:ph idx="33" type="body"/>
          </p:nvPr>
        </p:nvSpPr>
        <p:spPr>
          <a:xfrm>
            <a:off x="7211300" y="4608150"/>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graph ALT 2">
  <p:cSld name="TITLE_ONLY_2_1">
    <p:spTree>
      <p:nvGrpSpPr>
        <p:cNvPr id="126" name="Shape 126"/>
        <p:cNvGrpSpPr/>
        <p:nvPr/>
      </p:nvGrpSpPr>
      <p:grpSpPr>
        <a:xfrm>
          <a:off x="0" y="0"/>
          <a:ext cx="0" cy="0"/>
          <a:chOff x="0" y="0"/>
          <a:chExt cx="0" cy="0"/>
        </a:xfrm>
      </p:grpSpPr>
      <p:sp>
        <p:nvSpPr>
          <p:cNvPr id="127" name="Google Shape;127;p8"/>
          <p:cNvSpPr txBox="1"/>
          <p:nvPr>
            <p:ph type="title"/>
          </p:nvPr>
        </p:nvSpPr>
        <p:spPr>
          <a:xfrm>
            <a:off x="283475" y="639725"/>
            <a:ext cx="8385000" cy="596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cxnSp>
        <p:nvCxnSpPr>
          <p:cNvPr id="128" name="Google Shape;128;p8"/>
          <p:cNvCxnSpPr/>
          <p:nvPr/>
        </p:nvCxnSpPr>
        <p:spPr>
          <a:xfrm>
            <a:off x="1301425" y="3063400"/>
            <a:ext cx="7614000" cy="0"/>
          </a:xfrm>
          <a:prstGeom prst="straightConnector1">
            <a:avLst/>
          </a:prstGeom>
          <a:noFill/>
          <a:ln cap="flat" cmpd="sng" w="9525">
            <a:solidFill>
              <a:schemeClr val="dk2"/>
            </a:solidFill>
            <a:prstDash val="dot"/>
            <a:round/>
            <a:headEnd len="med" w="med" type="none"/>
            <a:tailEnd len="med" w="med" type="none"/>
          </a:ln>
        </p:spPr>
      </p:cxnSp>
      <p:cxnSp>
        <p:nvCxnSpPr>
          <p:cNvPr id="129" name="Google Shape;129;p8"/>
          <p:cNvCxnSpPr/>
          <p:nvPr/>
        </p:nvCxnSpPr>
        <p:spPr>
          <a:xfrm>
            <a:off x="1301425" y="3470225"/>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0" name="Google Shape;130;p8"/>
          <p:cNvCxnSpPr/>
          <p:nvPr/>
        </p:nvCxnSpPr>
        <p:spPr>
          <a:xfrm>
            <a:off x="1301425" y="3877050"/>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1" name="Google Shape;131;p8"/>
          <p:cNvCxnSpPr/>
          <p:nvPr/>
        </p:nvCxnSpPr>
        <p:spPr>
          <a:xfrm>
            <a:off x="1301425" y="4283875"/>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2" name="Google Shape;132;p8"/>
          <p:cNvCxnSpPr/>
          <p:nvPr/>
        </p:nvCxnSpPr>
        <p:spPr>
          <a:xfrm>
            <a:off x="1301425" y="4685000"/>
            <a:ext cx="7614000" cy="0"/>
          </a:xfrm>
          <a:prstGeom prst="straightConnector1">
            <a:avLst/>
          </a:prstGeom>
          <a:noFill/>
          <a:ln cap="flat" cmpd="sng" w="9525">
            <a:solidFill>
              <a:schemeClr val="dk2"/>
            </a:solidFill>
            <a:prstDash val="dot"/>
            <a:round/>
            <a:headEnd len="med" w="med" type="none"/>
            <a:tailEnd len="med" w="med" type="none"/>
          </a:ln>
        </p:spPr>
      </p:cxnSp>
      <p:sp>
        <p:nvSpPr>
          <p:cNvPr id="133" name="Google Shape;133;p8"/>
          <p:cNvSpPr txBox="1"/>
          <p:nvPr>
            <p:ph idx="1" type="subTitle"/>
          </p:nvPr>
        </p:nvSpPr>
        <p:spPr>
          <a:xfrm>
            <a:off x="3600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4" name="Google Shape;134;p8"/>
          <p:cNvSpPr txBox="1"/>
          <p:nvPr>
            <p:ph idx="2" type="subTitle"/>
          </p:nvPr>
        </p:nvSpPr>
        <p:spPr>
          <a:xfrm>
            <a:off x="35401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5" name="Google Shape;135;p8"/>
          <p:cNvSpPr txBox="1"/>
          <p:nvPr>
            <p:ph idx="3" type="subTitle"/>
          </p:nvPr>
        </p:nvSpPr>
        <p:spPr>
          <a:xfrm>
            <a:off x="62060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6" name="Google Shape;136;p8"/>
          <p:cNvSpPr txBox="1"/>
          <p:nvPr>
            <p:ph idx="4" type="subTitle"/>
          </p:nvPr>
        </p:nvSpPr>
        <p:spPr>
          <a:xfrm>
            <a:off x="228600" y="2990096"/>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7" name="Google Shape;137;p8"/>
          <p:cNvSpPr txBox="1"/>
          <p:nvPr>
            <p:ph idx="5" type="subTitle"/>
          </p:nvPr>
        </p:nvSpPr>
        <p:spPr>
          <a:xfrm>
            <a:off x="228600" y="3385928"/>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8" name="Google Shape;138;p8"/>
          <p:cNvSpPr txBox="1"/>
          <p:nvPr>
            <p:ph idx="6" type="subTitle"/>
          </p:nvPr>
        </p:nvSpPr>
        <p:spPr>
          <a:xfrm>
            <a:off x="228600" y="3793667"/>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9" name="Google Shape;139;p8"/>
          <p:cNvSpPr txBox="1"/>
          <p:nvPr>
            <p:ph idx="7" type="subTitle"/>
          </p:nvPr>
        </p:nvSpPr>
        <p:spPr>
          <a:xfrm>
            <a:off x="228600" y="4205390"/>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40" name="Google Shape;140;p8"/>
          <p:cNvSpPr txBox="1"/>
          <p:nvPr>
            <p:ph idx="8" type="subTitle"/>
          </p:nvPr>
        </p:nvSpPr>
        <p:spPr>
          <a:xfrm>
            <a:off x="228600" y="4608040"/>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41" name="Google Shape;141;p8"/>
          <p:cNvSpPr txBox="1"/>
          <p:nvPr>
            <p:ph idx="9"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and description">
  <p:cSld name="ONE_COLUMN_TEXT_1">
    <p:spTree>
      <p:nvGrpSpPr>
        <p:cNvPr id="142" name="Shape 142"/>
        <p:cNvGrpSpPr/>
        <p:nvPr/>
      </p:nvGrpSpPr>
      <p:grpSpPr>
        <a:xfrm>
          <a:off x="0" y="0"/>
          <a:ext cx="0" cy="0"/>
          <a:chOff x="0" y="0"/>
          <a:chExt cx="0" cy="0"/>
        </a:xfrm>
      </p:grpSpPr>
      <p:sp>
        <p:nvSpPr>
          <p:cNvPr id="143" name="Google Shape;143;p9"/>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45" name="Google Shape;145;p9"/>
          <p:cNvSpPr txBox="1"/>
          <p:nvPr>
            <p:ph idx="2" type="subTitle"/>
          </p:nvPr>
        </p:nvSpPr>
        <p:spPr>
          <a:xfrm>
            <a:off x="475500" y="2030025"/>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6" name="Google Shape;146;p9"/>
          <p:cNvSpPr txBox="1"/>
          <p:nvPr>
            <p:ph idx="3" type="subTitle"/>
          </p:nvPr>
        </p:nvSpPr>
        <p:spPr>
          <a:xfrm>
            <a:off x="475500" y="3058650"/>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7" name="Google Shape;147;p9"/>
          <p:cNvSpPr txBox="1"/>
          <p:nvPr>
            <p:ph idx="4" type="subTitle"/>
          </p:nvPr>
        </p:nvSpPr>
        <p:spPr>
          <a:xfrm>
            <a:off x="475500" y="4087275"/>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8" name="Google Shape;148;p9"/>
          <p:cNvSpPr txBox="1"/>
          <p:nvPr>
            <p:ph idx="5" type="subTitle"/>
          </p:nvPr>
        </p:nvSpPr>
        <p:spPr>
          <a:xfrm>
            <a:off x="4663450" y="2280000"/>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49" name="Google Shape;149;p9"/>
          <p:cNvSpPr txBox="1"/>
          <p:nvPr>
            <p:ph idx="6" type="subTitle"/>
          </p:nvPr>
        </p:nvSpPr>
        <p:spPr>
          <a:xfrm>
            <a:off x="4663450" y="3277825"/>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50" name="Google Shape;150;p9"/>
          <p:cNvSpPr txBox="1"/>
          <p:nvPr>
            <p:ph idx="7" type="subTitle"/>
          </p:nvPr>
        </p:nvSpPr>
        <p:spPr>
          <a:xfrm>
            <a:off x="4663450" y="4313375"/>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51" name="Google Shape;151;p9"/>
          <p:cNvSpPr txBox="1"/>
          <p:nvPr>
            <p:ph type="title"/>
          </p:nvPr>
        </p:nvSpPr>
        <p:spPr>
          <a:xfrm>
            <a:off x="283475" y="639721"/>
            <a:ext cx="5498100" cy="596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highlights">
  <p:cSld name="CUSTOM_3">
    <p:spTree>
      <p:nvGrpSpPr>
        <p:cNvPr id="152" name="Shape 152"/>
        <p:cNvGrpSpPr/>
        <p:nvPr/>
      </p:nvGrpSpPr>
      <p:grpSpPr>
        <a:xfrm>
          <a:off x="0" y="0"/>
          <a:ext cx="0" cy="0"/>
          <a:chOff x="0" y="0"/>
          <a:chExt cx="0" cy="0"/>
        </a:xfrm>
      </p:grpSpPr>
      <p:sp>
        <p:nvSpPr>
          <p:cNvPr id="153" name="Google Shape;153;p10"/>
          <p:cNvSpPr/>
          <p:nvPr>
            <p:ph idx="2" type="pic"/>
          </p:nvPr>
        </p:nvSpPr>
        <p:spPr>
          <a:xfrm rot="-5400000">
            <a:off x="6233650" y="2232175"/>
            <a:ext cx="3345000" cy="2488800"/>
          </a:xfrm>
          <a:prstGeom prst="round1Rect">
            <a:avLst>
              <a:gd fmla="val 9806" name="adj"/>
            </a:avLst>
          </a:prstGeom>
          <a:noFill/>
          <a:ln>
            <a:noFill/>
          </a:ln>
        </p:spPr>
      </p:sp>
      <p:sp>
        <p:nvSpPr>
          <p:cNvPr id="154" name="Google Shape;154;p10"/>
          <p:cNvSpPr/>
          <p:nvPr/>
        </p:nvSpPr>
        <p:spPr>
          <a:xfrm rot="-5400000">
            <a:off x="1762625" y="324225"/>
            <a:ext cx="3339000" cy="6297300"/>
          </a:xfrm>
          <a:prstGeom prst="round1Rect">
            <a:avLst>
              <a:gd fmla="val 8032" name="adj"/>
            </a:avLst>
          </a:prstGeom>
          <a:solidFill>
            <a:schemeClr val="lt1"/>
          </a:solidFill>
          <a:ln>
            <a:noFill/>
          </a:ln>
          <a:effectLst>
            <a:outerShdw blurRad="171450" rotWithShape="0" algn="bl" dir="13440000" dist="114300">
              <a:schemeClr val="dk1">
                <a:alpha val="392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155" name="Google Shape;155;p10"/>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56" name="Google Shape;156;p10"/>
          <p:cNvSpPr txBox="1"/>
          <p:nvPr>
            <p:ph type="title"/>
          </p:nvPr>
        </p:nvSpPr>
        <p:spPr>
          <a:xfrm>
            <a:off x="283475" y="639721"/>
            <a:ext cx="6382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57" name="Google Shape;157;p10"/>
          <p:cNvSpPr txBox="1"/>
          <p:nvPr>
            <p:ph idx="3" type="subTitle"/>
          </p:nvPr>
        </p:nvSpPr>
        <p:spPr>
          <a:xfrm>
            <a:off x="631750" y="2233000"/>
            <a:ext cx="403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58" name="Google Shape;158;p10"/>
          <p:cNvSpPr txBox="1"/>
          <p:nvPr>
            <p:ph idx="4" type="subTitle"/>
          </p:nvPr>
        </p:nvSpPr>
        <p:spPr>
          <a:xfrm>
            <a:off x="631750" y="2920148"/>
            <a:ext cx="403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59" name="Google Shape;159;p10"/>
          <p:cNvSpPr txBox="1"/>
          <p:nvPr>
            <p:ph idx="5" type="subTitle"/>
          </p:nvPr>
        </p:nvSpPr>
        <p:spPr>
          <a:xfrm>
            <a:off x="631750" y="3626375"/>
            <a:ext cx="403200" cy="1848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60" name="Google Shape;160;p10"/>
          <p:cNvSpPr txBox="1"/>
          <p:nvPr>
            <p:ph idx="6" type="subTitle"/>
          </p:nvPr>
        </p:nvSpPr>
        <p:spPr>
          <a:xfrm>
            <a:off x="631750" y="4350794"/>
            <a:ext cx="403200" cy="1848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61" name="Google Shape;161;p10"/>
          <p:cNvSpPr txBox="1"/>
          <p:nvPr>
            <p:ph idx="7" type="subTitle"/>
          </p:nvPr>
        </p:nvSpPr>
        <p:spPr>
          <a:xfrm>
            <a:off x="1034951" y="2230436"/>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2" name="Google Shape;162;p10"/>
          <p:cNvSpPr txBox="1"/>
          <p:nvPr>
            <p:ph idx="8" type="subTitle"/>
          </p:nvPr>
        </p:nvSpPr>
        <p:spPr>
          <a:xfrm>
            <a:off x="1034951" y="2920148"/>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3" name="Google Shape;163;p10"/>
          <p:cNvSpPr txBox="1"/>
          <p:nvPr>
            <p:ph idx="9" type="subTitle"/>
          </p:nvPr>
        </p:nvSpPr>
        <p:spPr>
          <a:xfrm>
            <a:off x="1034951" y="3626375"/>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4" name="Google Shape;164;p10"/>
          <p:cNvSpPr txBox="1"/>
          <p:nvPr>
            <p:ph idx="13" type="subTitle"/>
          </p:nvPr>
        </p:nvSpPr>
        <p:spPr>
          <a:xfrm>
            <a:off x="1034951" y="4350794"/>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5" name="Google Shape;165;p10"/>
          <p:cNvSpPr txBox="1"/>
          <p:nvPr>
            <p:ph idx="14" type="subTitle"/>
          </p:nvPr>
        </p:nvSpPr>
        <p:spPr>
          <a:xfrm>
            <a:off x="2565575" y="2204175"/>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6" name="Google Shape;166;p10"/>
          <p:cNvSpPr txBox="1"/>
          <p:nvPr>
            <p:ph idx="15" type="subTitle"/>
          </p:nvPr>
        </p:nvSpPr>
        <p:spPr>
          <a:xfrm>
            <a:off x="2565575" y="2919881"/>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7" name="Google Shape;167;p10"/>
          <p:cNvSpPr txBox="1"/>
          <p:nvPr>
            <p:ph idx="16" type="subTitle"/>
          </p:nvPr>
        </p:nvSpPr>
        <p:spPr>
          <a:xfrm>
            <a:off x="2565575" y="3635670"/>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8" name="Google Shape;168;p10"/>
          <p:cNvSpPr txBox="1"/>
          <p:nvPr>
            <p:ph idx="17" type="subTitle"/>
          </p:nvPr>
        </p:nvSpPr>
        <p:spPr>
          <a:xfrm>
            <a:off x="2565575" y="4350299"/>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1">
  <p:cSld name="CUSTOM_4">
    <p:spTree>
      <p:nvGrpSpPr>
        <p:cNvPr id="169" name="Shape 169"/>
        <p:cNvGrpSpPr/>
        <p:nvPr/>
      </p:nvGrpSpPr>
      <p:grpSpPr>
        <a:xfrm>
          <a:off x="0" y="0"/>
          <a:ext cx="0" cy="0"/>
          <a:chOff x="0" y="0"/>
          <a:chExt cx="0" cy="0"/>
        </a:xfrm>
      </p:grpSpPr>
      <p:sp>
        <p:nvSpPr>
          <p:cNvPr id="170" name="Google Shape;170;p11"/>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71" name="Google Shape;171;p11"/>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72" name="Google Shape;172;p11"/>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3" name="Google Shape;173;p11"/>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74" name="Google Shape;174;p11"/>
          <p:cNvSpPr txBox="1"/>
          <p:nvPr>
            <p:ph idx="4" type="subTitle"/>
          </p:nvPr>
        </p:nvSpPr>
        <p:spPr>
          <a:xfrm>
            <a:off x="3723388" y="2333194"/>
            <a:ext cx="2846400" cy="1422900"/>
          </a:xfrm>
          <a:prstGeom prst="rect">
            <a:avLst/>
          </a:prstGeom>
        </p:spPr>
        <p:txBody>
          <a:bodyPr anchorCtr="0" anchor="t" bIns="0" lIns="0" spcFirstLastPara="1" rIns="0" wrap="square" tIns="0">
            <a:normAutofit/>
          </a:bodyPr>
          <a:lstStyle>
            <a:lvl1pPr lvl="0">
              <a:spcBef>
                <a:spcPts val="0"/>
              </a:spcBef>
              <a:spcAft>
                <a:spcPts val="0"/>
              </a:spcAft>
              <a:buSzPts val="1400"/>
              <a:buFont typeface="Nunito Medium"/>
              <a:buNone/>
              <a:defRPr>
                <a:latin typeface="Nunito Medium"/>
                <a:ea typeface="Nunito Medium"/>
                <a:cs typeface="Nunito Medium"/>
                <a:sym typeface="Nunito Medium"/>
              </a:defRPr>
            </a:lvl1pPr>
            <a:lvl2pPr lvl="1">
              <a:spcBef>
                <a:spcPts val="0"/>
              </a:spcBef>
              <a:spcAft>
                <a:spcPts val="0"/>
              </a:spcAft>
              <a:buSzPts val="1400"/>
              <a:buFont typeface="Nunito Medium"/>
              <a:buNone/>
              <a:defRPr>
                <a:latin typeface="Nunito Medium"/>
                <a:ea typeface="Nunito Medium"/>
                <a:cs typeface="Nunito Medium"/>
                <a:sym typeface="Nunito Medium"/>
              </a:defRPr>
            </a:lvl2pPr>
            <a:lvl3pPr lvl="2">
              <a:spcBef>
                <a:spcPts val="0"/>
              </a:spcBef>
              <a:spcAft>
                <a:spcPts val="0"/>
              </a:spcAft>
              <a:buSzPts val="1400"/>
              <a:buFont typeface="Nunito Medium"/>
              <a:buNone/>
              <a:defRPr>
                <a:latin typeface="Nunito Medium"/>
                <a:ea typeface="Nunito Medium"/>
                <a:cs typeface="Nunito Medium"/>
                <a:sym typeface="Nunito Medium"/>
              </a:defRPr>
            </a:lvl3pPr>
            <a:lvl4pPr lvl="3">
              <a:spcBef>
                <a:spcPts val="0"/>
              </a:spcBef>
              <a:spcAft>
                <a:spcPts val="0"/>
              </a:spcAft>
              <a:buSzPts val="1400"/>
              <a:buFont typeface="Nunito Medium"/>
              <a:buNone/>
              <a:defRPr>
                <a:latin typeface="Nunito Medium"/>
                <a:ea typeface="Nunito Medium"/>
                <a:cs typeface="Nunito Medium"/>
                <a:sym typeface="Nunito Medium"/>
              </a:defRPr>
            </a:lvl4pPr>
            <a:lvl5pPr lvl="4">
              <a:spcBef>
                <a:spcPts val="0"/>
              </a:spcBef>
              <a:spcAft>
                <a:spcPts val="0"/>
              </a:spcAft>
              <a:buSzPts val="1400"/>
              <a:buFont typeface="Nunito Medium"/>
              <a:buNone/>
              <a:defRPr>
                <a:latin typeface="Nunito Medium"/>
                <a:ea typeface="Nunito Medium"/>
                <a:cs typeface="Nunito Medium"/>
                <a:sym typeface="Nunito Medium"/>
              </a:defRPr>
            </a:lvl5pPr>
            <a:lvl6pPr lvl="5">
              <a:spcBef>
                <a:spcPts val="0"/>
              </a:spcBef>
              <a:spcAft>
                <a:spcPts val="0"/>
              </a:spcAft>
              <a:buSzPts val="1400"/>
              <a:buFont typeface="Nunito Medium"/>
              <a:buNone/>
              <a:defRPr>
                <a:latin typeface="Nunito Medium"/>
                <a:ea typeface="Nunito Medium"/>
                <a:cs typeface="Nunito Medium"/>
                <a:sym typeface="Nunito Medium"/>
              </a:defRPr>
            </a:lvl6pPr>
            <a:lvl7pPr lvl="6">
              <a:spcBef>
                <a:spcPts val="0"/>
              </a:spcBef>
              <a:spcAft>
                <a:spcPts val="0"/>
              </a:spcAft>
              <a:buSzPts val="1400"/>
              <a:buFont typeface="Nunito Medium"/>
              <a:buNone/>
              <a:defRPr>
                <a:latin typeface="Nunito Medium"/>
                <a:ea typeface="Nunito Medium"/>
                <a:cs typeface="Nunito Medium"/>
                <a:sym typeface="Nunito Medium"/>
              </a:defRPr>
            </a:lvl7pPr>
            <a:lvl8pPr lvl="7">
              <a:spcBef>
                <a:spcPts val="0"/>
              </a:spcBef>
              <a:spcAft>
                <a:spcPts val="0"/>
              </a:spcAft>
              <a:buSzPts val="1400"/>
              <a:buFont typeface="Nunito Medium"/>
              <a:buNone/>
              <a:defRPr>
                <a:latin typeface="Nunito Medium"/>
                <a:ea typeface="Nunito Medium"/>
                <a:cs typeface="Nunito Medium"/>
                <a:sym typeface="Nunito Medium"/>
              </a:defRPr>
            </a:lvl8pPr>
            <a:lvl9pPr lvl="8">
              <a:spcBef>
                <a:spcPts val="0"/>
              </a:spcBef>
              <a:spcAft>
                <a:spcPts val="0"/>
              </a:spcAft>
              <a:buSzPts val="1400"/>
              <a:buFont typeface="Nunito Medium"/>
              <a:buNone/>
              <a:defRPr>
                <a:latin typeface="Nunito Medium"/>
                <a:ea typeface="Nunito Medium"/>
                <a:cs typeface="Nunito Medium"/>
                <a:sym typeface="Nunito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2">
  <p:cSld name="CUSTOM_4_1">
    <p:spTree>
      <p:nvGrpSpPr>
        <p:cNvPr id="175" name="Shape 175"/>
        <p:cNvGrpSpPr/>
        <p:nvPr/>
      </p:nvGrpSpPr>
      <p:grpSpPr>
        <a:xfrm>
          <a:off x="0" y="0"/>
          <a:ext cx="0" cy="0"/>
          <a:chOff x="0" y="0"/>
          <a:chExt cx="0" cy="0"/>
        </a:xfrm>
      </p:grpSpPr>
      <p:sp>
        <p:nvSpPr>
          <p:cNvPr id="176" name="Google Shape;176;p12"/>
          <p:cNvSpPr txBox="1"/>
          <p:nvPr>
            <p:ph idx="1"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7" name="Google Shape;177;p12"/>
          <p:cNvSpPr txBox="1"/>
          <p:nvPr>
            <p:ph idx="2" type="subTitle"/>
          </p:nvPr>
        </p:nvSpPr>
        <p:spPr>
          <a:xfrm>
            <a:off x="3723388" y="2333194"/>
            <a:ext cx="2846400" cy="1422900"/>
          </a:xfrm>
          <a:prstGeom prst="rect">
            <a:avLst/>
          </a:prstGeom>
        </p:spPr>
        <p:txBody>
          <a:bodyPr anchorCtr="0" anchor="t" bIns="0" lIns="0" spcFirstLastPara="1" rIns="0" wrap="square" tIns="0">
            <a:normAutofit/>
          </a:bodyPr>
          <a:lstStyle>
            <a:lvl1pPr lvl="0">
              <a:spcBef>
                <a:spcPts val="0"/>
              </a:spcBef>
              <a:spcAft>
                <a:spcPts val="0"/>
              </a:spcAft>
              <a:buSzPts val="1400"/>
              <a:buFont typeface="Nunito Medium"/>
              <a:buNone/>
              <a:defRPr>
                <a:latin typeface="Nunito Medium"/>
                <a:ea typeface="Nunito Medium"/>
                <a:cs typeface="Nunito Medium"/>
                <a:sym typeface="Nunito Medium"/>
              </a:defRPr>
            </a:lvl1pPr>
            <a:lvl2pPr lvl="1">
              <a:spcBef>
                <a:spcPts val="0"/>
              </a:spcBef>
              <a:spcAft>
                <a:spcPts val="0"/>
              </a:spcAft>
              <a:buSzPts val="1400"/>
              <a:buFont typeface="Nunito Medium"/>
              <a:buNone/>
              <a:defRPr>
                <a:latin typeface="Nunito Medium"/>
                <a:ea typeface="Nunito Medium"/>
                <a:cs typeface="Nunito Medium"/>
                <a:sym typeface="Nunito Medium"/>
              </a:defRPr>
            </a:lvl2pPr>
            <a:lvl3pPr lvl="2">
              <a:spcBef>
                <a:spcPts val="0"/>
              </a:spcBef>
              <a:spcAft>
                <a:spcPts val="0"/>
              </a:spcAft>
              <a:buSzPts val="1400"/>
              <a:buFont typeface="Nunito Medium"/>
              <a:buNone/>
              <a:defRPr>
                <a:latin typeface="Nunito Medium"/>
                <a:ea typeface="Nunito Medium"/>
                <a:cs typeface="Nunito Medium"/>
                <a:sym typeface="Nunito Medium"/>
              </a:defRPr>
            </a:lvl3pPr>
            <a:lvl4pPr lvl="3">
              <a:spcBef>
                <a:spcPts val="0"/>
              </a:spcBef>
              <a:spcAft>
                <a:spcPts val="0"/>
              </a:spcAft>
              <a:buSzPts val="1400"/>
              <a:buFont typeface="Nunito Medium"/>
              <a:buNone/>
              <a:defRPr>
                <a:latin typeface="Nunito Medium"/>
                <a:ea typeface="Nunito Medium"/>
                <a:cs typeface="Nunito Medium"/>
                <a:sym typeface="Nunito Medium"/>
              </a:defRPr>
            </a:lvl4pPr>
            <a:lvl5pPr lvl="4">
              <a:spcBef>
                <a:spcPts val="0"/>
              </a:spcBef>
              <a:spcAft>
                <a:spcPts val="0"/>
              </a:spcAft>
              <a:buSzPts val="1400"/>
              <a:buFont typeface="Nunito Medium"/>
              <a:buNone/>
              <a:defRPr>
                <a:latin typeface="Nunito Medium"/>
                <a:ea typeface="Nunito Medium"/>
                <a:cs typeface="Nunito Medium"/>
                <a:sym typeface="Nunito Medium"/>
              </a:defRPr>
            </a:lvl5pPr>
            <a:lvl6pPr lvl="5">
              <a:spcBef>
                <a:spcPts val="0"/>
              </a:spcBef>
              <a:spcAft>
                <a:spcPts val="0"/>
              </a:spcAft>
              <a:buSzPts val="1400"/>
              <a:buFont typeface="Nunito Medium"/>
              <a:buNone/>
              <a:defRPr>
                <a:latin typeface="Nunito Medium"/>
                <a:ea typeface="Nunito Medium"/>
                <a:cs typeface="Nunito Medium"/>
                <a:sym typeface="Nunito Medium"/>
              </a:defRPr>
            </a:lvl6pPr>
            <a:lvl7pPr lvl="6">
              <a:spcBef>
                <a:spcPts val="0"/>
              </a:spcBef>
              <a:spcAft>
                <a:spcPts val="0"/>
              </a:spcAft>
              <a:buSzPts val="1400"/>
              <a:buFont typeface="Nunito Medium"/>
              <a:buNone/>
              <a:defRPr>
                <a:latin typeface="Nunito Medium"/>
                <a:ea typeface="Nunito Medium"/>
                <a:cs typeface="Nunito Medium"/>
                <a:sym typeface="Nunito Medium"/>
              </a:defRPr>
            </a:lvl7pPr>
            <a:lvl8pPr lvl="7">
              <a:spcBef>
                <a:spcPts val="0"/>
              </a:spcBef>
              <a:spcAft>
                <a:spcPts val="0"/>
              </a:spcAft>
              <a:buSzPts val="1400"/>
              <a:buFont typeface="Nunito Medium"/>
              <a:buNone/>
              <a:defRPr>
                <a:latin typeface="Nunito Medium"/>
                <a:ea typeface="Nunito Medium"/>
                <a:cs typeface="Nunito Medium"/>
                <a:sym typeface="Nunito Medium"/>
              </a:defRPr>
            </a:lvl8pPr>
            <a:lvl9pPr lvl="8">
              <a:spcBef>
                <a:spcPts val="0"/>
              </a:spcBef>
              <a:spcAft>
                <a:spcPts val="0"/>
              </a:spcAft>
              <a:buSzPts val="1400"/>
              <a:buFont typeface="Nunito Medium"/>
              <a:buNone/>
              <a:defRPr>
                <a:latin typeface="Nunito Medium"/>
                <a:ea typeface="Nunito Medium"/>
                <a:cs typeface="Nunito Medium"/>
                <a:sym typeface="Nunito Medium"/>
              </a:defRPr>
            </a:lvl9pPr>
          </a:lstStyle>
          <a:p/>
        </p:txBody>
      </p:sp>
      <p:sp>
        <p:nvSpPr>
          <p:cNvPr id="178" name="Google Shape;178;p12"/>
          <p:cNvSpPr txBox="1"/>
          <p:nvPr>
            <p:ph idx="3"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79" name="Google Shape;179;p12"/>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0" name="Google Shape;180;p12"/>
          <p:cNvSpPr txBox="1"/>
          <p:nvPr>
            <p:ph idx="4"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3">
  <p:cSld name="CUSTOM_4_1_1">
    <p:spTree>
      <p:nvGrpSpPr>
        <p:cNvPr id="181" name="Shape 181"/>
        <p:cNvGrpSpPr/>
        <p:nvPr/>
      </p:nvGrpSpPr>
      <p:grpSpPr>
        <a:xfrm>
          <a:off x="0" y="0"/>
          <a:ext cx="0" cy="0"/>
          <a:chOff x="0" y="0"/>
          <a:chExt cx="0" cy="0"/>
        </a:xfrm>
      </p:grpSpPr>
      <p:sp>
        <p:nvSpPr>
          <p:cNvPr id="182" name="Google Shape;182;p13"/>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83" name="Google Shape;183;p13"/>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4" name="Google Shape;184;p13"/>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85" name="Google Shape;185;p13"/>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4">
  <p:cSld name="CUSTOM_4_1_1_1">
    <p:spTree>
      <p:nvGrpSpPr>
        <p:cNvPr id="186" name="Shape 186"/>
        <p:cNvGrpSpPr/>
        <p:nvPr/>
      </p:nvGrpSpPr>
      <p:grpSpPr>
        <a:xfrm>
          <a:off x="0" y="0"/>
          <a:ext cx="0" cy="0"/>
          <a:chOff x="0" y="0"/>
          <a:chExt cx="0" cy="0"/>
        </a:xfrm>
      </p:grpSpPr>
      <p:sp>
        <p:nvSpPr>
          <p:cNvPr id="187" name="Google Shape;187;p14"/>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88" name="Google Shape;188;p14"/>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9" name="Google Shape;189;p14"/>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90" name="Google Shape;190;p14"/>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cription and Four cards">
  <p:cSld name="CUSTOM_6">
    <p:spTree>
      <p:nvGrpSpPr>
        <p:cNvPr id="191" name="Shape 191"/>
        <p:cNvGrpSpPr/>
        <p:nvPr/>
      </p:nvGrpSpPr>
      <p:grpSpPr>
        <a:xfrm>
          <a:off x="0" y="0"/>
          <a:ext cx="0" cy="0"/>
          <a:chOff x="0" y="0"/>
          <a:chExt cx="0" cy="0"/>
        </a:xfrm>
      </p:grpSpPr>
      <p:sp>
        <p:nvSpPr>
          <p:cNvPr id="192" name="Google Shape;192;p15"/>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93" name="Google Shape;193;p15"/>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94" name="Google Shape;194;p15"/>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95" name="Google Shape;195;p15"/>
          <p:cNvSpPr txBox="1"/>
          <p:nvPr>
            <p:ph idx="3" type="title"/>
          </p:nvPr>
        </p:nvSpPr>
        <p:spPr>
          <a:xfrm>
            <a:off x="4930500" y="1186200"/>
            <a:ext cx="37380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6" name="Google Shape;196;p15"/>
          <p:cNvSpPr txBox="1"/>
          <p:nvPr>
            <p:ph idx="4" type="title"/>
          </p:nvPr>
        </p:nvSpPr>
        <p:spPr>
          <a:xfrm>
            <a:off x="4930600" y="2286300"/>
            <a:ext cx="37380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7" name="Google Shape;197;p15"/>
          <p:cNvSpPr txBox="1"/>
          <p:nvPr>
            <p:ph idx="5" type="title"/>
          </p:nvPr>
        </p:nvSpPr>
        <p:spPr>
          <a:xfrm>
            <a:off x="7011675" y="4054625"/>
            <a:ext cx="16569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8" name="Google Shape;198;p15"/>
          <p:cNvSpPr txBox="1"/>
          <p:nvPr>
            <p:ph idx="6" type="title"/>
          </p:nvPr>
        </p:nvSpPr>
        <p:spPr>
          <a:xfrm>
            <a:off x="4865200" y="4054625"/>
            <a:ext cx="16569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point">
  <p:cSld name="CUSTOM_7">
    <p:spTree>
      <p:nvGrpSpPr>
        <p:cNvPr id="199" name="Shape 199"/>
        <p:cNvGrpSpPr/>
        <p:nvPr/>
      </p:nvGrpSpPr>
      <p:grpSpPr>
        <a:xfrm>
          <a:off x="0" y="0"/>
          <a:ext cx="0" cy="0"/>
          <a:chOff x="0" y="0"/>
          <a:chExt cx="0" cy="0"/>
        </a:xfrm>
      </p:grpSpPr>
      <p:sp>
        <p:nvSpPr>
          <p:cNvPr id="200" name="Google Shape;200;p16"/>
          <p:cNvSpPr/>
          <p:nvPr>
            <p:ph idx="2" type="pic"/>
          </p:nvPr>
        </p:nvSpPr>
        <p:spPr>
          <a:xfrm rot="-5400000">
            <a:off x="5139125" y="859575"/>
            <a:ext cx="4863600" cy="3144900"/>
          </a:xfrm>
          <a:prstGeom prst="round2SameRect">
            <a:avLst>
              <a:gd fmla="val 9992" name="adj1"/>
              <a:gd fmla="val 0" name="adj2"/>
            </a:avLst>
          </a:prstGeom>
          <a:noFill/>
          <a:ln>
            <a:noFill/>
          </a:ln>
        </p:spPr>
      </p:sp>
      <p:sp>
        <p:nvSpPr>
          <p:cNvPr id="201" name="Google Shape;201;p16"/>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02" name="Google Shape;202;p16"/>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03" name="Google Shape;203;p16"/>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04" name="Google Shape;204;p16"/>
          <p:cNvSpPr txBox="1"/>
          <p:nvPr>
            <p:ph idx="3" type="body"/>
          </p:nvPr>
        </p:nvSpPr>
        <p:spPr>
          <a:xfrm>
            <a:off x="283475" y="1894950"/>
            <a:ext cx="2862000" cy="2341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5" name="Google Shape;205;p16"/>
          <p:cNvSpPr txBox="1"/>
          <p:nvPr>
            <p:ph idx="4" type="title"/>
          </p:nvPr>
        </p:nvSpPr>
        <p:spPr>
          <a:xfrm>
            <a:off x="6227075" y="283475"/>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 point">
  <p:cSld name="CUSTOM_7_1">
    <p:spTree>
      <p:nvGrpSpPr>
        <p:cNvPr id="206" name="Shape 206"/>
        <p:cNvGrpSpPr/>
        <p:nvPr/>
      </p:nvGrpSpPr>
      <p:grpSpPr>
        <a:xfrm>
          <a:off x="0" y="0"/>
          <a:ext cx="0" cy="0"/>
          <a:chOff x="0" y="0"/>
          <a:chExt cx="0" cy="0"/>
        </a:xfrm>
      </p:grpSpPr>
      <p:sp>
        <p:nvSpPr>
          <p:cNvPr id="207" name="Google Shape;207;p17"/>
          <p:cNvSpPr/>
          <p:nvPr>
            <p:ph idx="2" type="pic"/>
          </p:nvPr>
        </p:nvSpPr>
        <p:spPr>
          <a:xfrm rot="-5400000">
            <a:off x="5674775" y="1373600"/>
            <a:ext cx="3801900" cy="3154500"/>
          </a:xfrm>
          <a:prstGeom prst="round2SameRect">
            <a:avLst>
              <a:gd fmla="val 9723" name="adj1"/>
              <a:gd fmla="val 0" name="adj2"/>
            </a:avLst>
          </a:prstGeom>
          <a:noFill/>
          <a:ln>
            <a:noFill/>
          </a:ln>
        </p:spPr>
      </p:sp>
      <p:sp>
        <p:nvSpPr>
          <p:cNvPr id="208" name="Google Shape;208;p17"/>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09" name="Google Shape;209;p17"/>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10" name="Google Shape;210;p17"/>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1" name="Google Shape;211;p17"/>
          <p:cNvSpPr txBox="1"/>
          <p:nvPr>
            <p:ph idx="3"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2" name="Google Shape;212;p17"/>
          <p:cNvSpPr txBox="1"/>
          <p:nvPr>
            <p:ph idx="4" type="title"/>
          </p:nvPr>
        </p:nvSpPr>
        <p:spPr>
          <a:xfrm>
            <a:off x="6228700" y="1043650"/>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ird point">
  <p:cSld name="CUSTOM_7_1_1">
    <p:spTree>
      <p:nvGrpSpPr>
        <p:cNvPr id="213" name="Shape 213"/>
        <p:cNvGrpSpPr/>
        <p:nvPr/>
      </p:nvGrpSpPr>
      <p:grpSpPr>
        <a:xfrm>
          <a:off x="0" y="0"/>
          <a:ext cx="0" cy="0"/>
          <a:chOff x="0" y="0"/>
          <a:chExt cx="0" cy="0"/>
        </a:xfrm>
      </p:grpSpPr>
      <p:sp>
        <p:nvSpPr>
          <p:cNvPr id="214" name="Google Shape;214;p18"/>
          <p:cNvSpPr/>
          <p:nvPr>
            <p:ph idx="2" type="pic"/>
          </p:nvPr>
        </p:nvSpPr>
        <p:spPr>
          <a:xfrm rot="-5400000">
            <a:off x="6262325" y="1964700"/>
            <a:ext cx="2621100" cy="3148800"/>
          </a:xfrm>
          <a:prstGeom prst="round2SameRect">
            <a:avLst>
              <a:gd fmla="val 10388" name="adj1"/>
              <a:gd fmla="val 0" name="adj2"/>
            </a:avLst>
          </a:prstGeom>
          <a:noFill/>
          <a:ln>
            <a:noFill/>
          </a:ln>
        </p:spPr>
      </p:sp>
      <p:sp>
        <p:nvSpPr>
          <p:cNvPr id="215" name="Google Shape;215;p18"/>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16" name="Google Shape;216;p18"/>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17" name="Google Shape;217;p18"/>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8" name="Google Shape;218;p18"/>
          <p:cNvSpPr txBox="1"/>
          <p:nvPr>
            <p:ph idx="3" type="title"/>
          </p:nvPr>
        </p:nvSpPr>
        <p:spPr>
          <a:xfrm>
            <a:off x="6227075" y="2219283"/>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9" name="Google Shape;219;p18"/>
          <p:cNvSpPr txBox="1"/>
          <p:nvPr>
            <p:ph idx="4"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th point">
  <p:cSld name="CUSTOM_7_1_1_1">
    <p:spTree>
      <p:nvGrpSpPr>
        <p:cNvPr id="220" name="Shape 220"/>
        <p:cNvGrpSpPr/>
        <p:nvPr/>
      </p:nvGrpSpPr>
      <p:grpSpPr>
        <a:xfrm>
          <a:off x="0" y="0"/>
          <a:ext cx="0" cy="0"/>
          <a:chOff x="0" y="0"/>
          <a:chExt cx="0" cy="0"/>
        </a:xfrm>
      </p:grpSpPr>
      <p:sp>
        <p:nvSpPr>
          <p:cNvPr id="221" name="Google Shape;221;p19"/>
          <p:cNvSpPr/>
          <p:nvPr>
            <p:ph idx="2" type="pic"/>
          </p:nvPr>
        </p:nvSpPr>
        <p:spPr>
          <a:xfrm rot="-5400000">
            <a:off x="6550925" y="2253300"/>
            <a:ext cx="2043900" cy="3148800"/>
          </a:xfrm>
          <a:prstGeom prst="round2SameRect">
            <a:avLst>
              <a:gd fmla="val 16857" name="adj1"/>
              <a:gd fmla="val 0" name="adj2"/>
            </a:avLst>
          </a:prstGeom>
          <a:noFill/>
          <a:ln>
            <a:noFill/>
          </a:ln>
        </p:spPr>
      </p:sp>
      <p:sp>
        <p:nvSpPr>
          <p:cNvPr id="222" name="Google Shape;222;p19"/>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23" name="Google Shape;223;p1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24" name="Google Shape;224;p19"/>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5" name="Google Shape;225;p19"/>
          <p:cNvSpPr txBox="1"/>
          <p:nvPr>
            <p:ph idx="3" type="title"/>
          </p:nvPr>
        </p:nvSpPr>
        <p:spPr>
          <a:xfrm>
            <a:off x="6227075" y="2803933"/>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6" name="Google Shape;226;p19"/>
          <p:cNvSpPr txBox="1"/>
          <p:nvPr>
            <p:ph idx="4"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1">
  <p:cSld name="BLANK_1_1_1_1_1_1_1_1_1_1_1_1_1_1">
    <p:spTree>
      <p:nvGrpSpPr>
        <p:cNvPr id="227" name="Shape 227"/>
        <p:cNvGrpSpPr/>
        <p:nvPr/>
      </p:nvGrpSpPr>
      <p:grpSpPr>
        <a:xfrm>
          <a:off x="0" y="0"/>
          <a:ext cx="0" cy="0"/>
          <a:chOff x="0" y="0"/>
          <a:chExt cx="0" cy="0"/>
        </a:xfrm>
      </p:grpSpPr>
      <p:sp>
        <p:nvSpPr>
          <p:cNvPr id="228" name="Google Shape;228;p20"/>
          <p:cNvSpPr txBox="1"/>
          <p:nvPr>
            <p:ph idx="1" type="subTitle"/>
          </p:nvPr>
        </p:nvSpPr>
        <p:spPr>
          <a:xfrm>
            <a:off x="3723650" y="2030100"/>
            <a:ext cx="2404500" cy="197400"/>
          </a:xfrm>
          <a:prstGeom prst="rect">
            <a:avLst/>
          </a:prstGeom>
        </p:spPr>
        <p:txBody>
          <a:bodyPr anchorCtr="0" anchor="t" bIns="0" lIns="0" spcFirstLastPara="1" rIns="0" wrap="square" tIns="0">
            <a:normAutofit/>
          </a:bodyPr>
          <a:lstStyle>
            <a:lvl1pPr lvl="0">
              <a:lnSpc>
                <a:spcPct val="90000"/>
              </a:lnSpc>
              <a:spcBef>
                <a:spcPts val="0"/>
              </a:spcBef>
              <a:spcAft>
                <a:spcPts val="0"/>
              </a:spcAft>
              <a:buSzPts val="1200"/>
              <a:buFont typeface="Manrope Light"/>
              <a:buNone/>
              <a:defRPr sz="1200">
                <a:latin typeface="Manrope Light"/>
                <a:ea typeface="Manrope Light"/>
                <a:cs typeface="Manrope Light"/>
                <a:sym typeface="Manrope Light"/>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29" name="Google Shape;229;p20"/>
          <p:cNvSpPr txBox="1"/>
          <p:nvPr>
            <p:ph idx="2" type="subTitle"/>
          </p:nvPr>
        </p:nvSpPr>
        <p:spPr>
          <a:xfrm>
            <a:off x="6383575" y="2030100"/>
            <a:ext cx="2531700" cy="19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Manrope Light"/>
              <a:buNone/>
              <a:defRPr sz="1200">
                <a:latin typeface="Manrope Light"/>
                <a:ea typeface="Manrope Light"/>
                <a:cs typeface="Manrope Light"/>
                <a:sym typeface="Manrope Light"/>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30" name="Google Shape;230;p20"/>
          <p:cNvSpPr txBox="1"/>
          <p:nvPr>
            <p:ph idx="3"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31" name="Google Shape;231;p20"/>
          <p:cNvSpPr txBox="1"/>
          <p:nvPr>
            <p:ph type="title"/>
          </p:nvPr>
        </p:nvSpPr>
        <p:spPr>
          <a:xfrm>
            <a:off x="283475" y="639725"/>
            <a:ext cx="5634600" cy="5721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2" name="Google Shape;232;p20"/>
          <p:cNvSpPr txBox="1"/>
          <p:nvPr>
            <p:ph idx="4"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33" name="Google Shape;233;p20"/>
          <p:cNvSpPr txBox="1"/>
          <p:nvPr>
            <p:ph idx="5" type="body"/>
          </p:nvPr>
        </p:nvSpPr>
        <p:spPr>
          <a:xfrm>
            <a:off x="3723650" y="2350475"/>
            <a:ext cx="24768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34" name="Google Shape;234;p20"/>
          <p:cNvSpPr txBox="1"/>
          <p:nvPr>
            <p:ph idx="6" type="body"/>
          </p:nvPr>
        </p:nvSpPr>
        <p:spPr>
          <a:xfrm>
            <a:off x="6383575" y="2350475"/>
            <a:ext cx="24768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 images">
  <p:cSld name="BLANK_1_1_1_1_1_1_1_1_1_1_1_1_1_1_3">
    <p:spTree>
      <p:nvGrpSpPr>
        <p:cNvPr id="235" name="Shape 235"/>
        <p:cNvGrpSpPr/>
        <p:nvPr/>
      </p:nvGrpSpPr>
      <p:grpSpPr>
        <a:xfrm>
          <a:off x="0" y="0"/>
          <a:ext cx="0" cy="0"/>
          <a:chOff x="0" y="0"/>
          <a:chExt cx="0" cy="0"/>
        </a:xfrm>
      </p:grpSpPr>
      <p:sp>
        <p:nvSpPr>
          <p:cNvPr id="236" name="Google Shape;236;p21"/>
          <p:cNvSpPr txBox="1"/>
          <p:nvPr>
            <p:ph idx="1" type="subTitle"/>
          </p:nvPr>
        </p:nvSpPr>
        <p:spPr>
          <a:xfrm>
            <a:off x="3723650" y="3965632"/>
            <a:ext cx="2404500" cy="197400"/>
          </a:xfrm>
          <a:prstGeom prst="rect">
            <a:avLst/>
          </a:prstGeom>
        </p:spPr>
        <p:txBody>
          <a:bodyPr anchorCtr="0" anchor="t" bIns="0" lIns="0" spcFirstLastPara="1" rIns="0" wrap="square" tIns="0">
            <a:normAutofit/>
          </a:bodyPr>
          <a:lstStyle>
            <a:lvl1pPr lvl="0">
              <a:lnSpc>
                <a:spcPct val="9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237" name="Google Shape;237;p21"/>
          <p:cNvSpPr txBox="1"/>
          <p:nvPr>
            <p:ph idx="2"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38" name="Google Shape;238;p21"/>
          <p:cNvSpPr txBox="1"/>
          <p:nvPr>
            <p:ph type="title"/>
          </p:nvPr>
        </p:nvSpPr>
        <p:spPr>
          <a:xfrm>
            <a:off x="283475" y="639725"/>
            <a:ext cx="5634600" cy="572100"/>
          </a:xfrm>
          <a:prstGeom prst="rect">
            <a:avLst/>
          </a:prstGeom>
        </p:spPr>
        <p:txBody>
          <a:bodyPr anchorCtr="0" anchor="t" bIns="0" lIns="0" spcFirstLastPara="1" rIns="0" wrap="square" tIns="0">
            <a:sp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9" name="Google Shape;239;p21"/>
          <p:cNvSpPr txBox="1"/>
          <p:nvPr>
            <p:ph idx="3"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0" name="Google Shape;240;p21"/>
          <p:cNvSpPr txBox="1"/>
          <p:nvPr>
            <p:ph idx="4" type="body"/>
          </p:nvPr>
        </p:nvSpPr>
        <p:spPr>
          <a:xfrm>
            <a:off x="3723650" y="4262850"/>
            <a:ext cx="2476800" cy="592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1" name="Google Shape;241;p21"/>
          <p:cNvSpPr/>
          <p:nvPr>
            <p:ph idx="5" type="pic"/>
          </p:nvPr>
        </p:nvSpPr>
        <p:spPr>
          <a:xfrm>
            <a:off x="3739925" y="2065425"/>
            <a:ext cx="2451900" cy="1606500"/>
          </a:xfrm>
          <a:prstGeom prst="roundRect">
            <a:avLst>
              <a:gd fmla="val 16667" name="adj"/>
            </a:avLst>
          </a:prstGeom>
          <a:noFill/>
          <a:ln>
            <a:noFill/>
          </a:ln>
        </p:spPr>
      </p:sp>
      <p:sp>
        <p:nvSpPr>
          <p:cNvPr id="242" name="Google Shape;242;p21"/>
          <p:cNvSpPr txBox="1"/>
          <p:nvPr>
            <p:ph idx="6" type="subTitle"/>
          </p:nvPr>
        </p:nvSpPr>
        <p:spPr>
          <a:xfrm>
            <a:off x="6383725" y="3965632"/>
            <a:ext cx="2404500" cy="19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243" name="Google Shape;243;p21"/>
          <p:cNvSpPr txBox="1"/>
          <p:nvPr>
            <p:ph idx="7" type="body"/>
          </p:nvPr>
        </p:nvSpPr>
        <p:spPr>
          <a:xfrm>
            <a:off x="6383725" y="4262856"/>
            <a:ext cx="2476800" cy="592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4" name="Google Shape;244;p21"/>
          <p:cNvSpPr/>
          <p:nvPr>
            <p:ph idx="8" type="pic"/>
          </p:nvPr>
        </p:nvSpPr>
        <p:spPr>
          <a:xfrm>
            <a:off x="6400000" y="2065425"/>
            <a:ext cx="2451900" cy="1606500"/>
          </a:xfrm>
          <a:prstGeom prst="roundRect">
            <a:avLst>
              <a:gd fmla="val 16667"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 images - ALT 1">
  <p:cSld name="BLANK_1_1_1_1_1_1_1_1_1_1_1_1_1_1_2_1">
    <p:spTree>
      <p:nvGrpSpPr>
        <p:cNvPr id="245" name="Shape 245"/>
        <p:cNvGrpSpPr/>
        <p:nvPr/>
      </p:nvGrpSpPr>
      <p:grpSpPr>
        <a:xfrm>
          <a:off x="0" y="0"/>
          <a:ext cx="0" cy="0"/>
          <a:chOff x="0" y="0"/>
          <a:chExt cx="0" cy="0"/>
        </a:xfrm>
      </p:grpSpPr>
      <p:sp>
        <p:nvSpPr>
          <p:cNvPr id="246" name="Google Shape;246;p22"/>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47" name="Google Shape;247;p22"/>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48" name="Google Shape;248;p22"/>
          <p:cNvSpPr txBox="1"/>
          <p:nvPr>
            <p:ph idx="2"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9" name="Google Shape;249;p22"/>
          <p:cNvSpPr/>
          <p:nvPr>
            <p:ph idx="3" type="pic"/>
          </p:nvPr>
        </p:nvSpPr>
        <p:spPr>
          <a:xfrm>
            <a:off x="3741400" y="2029650"/>
            <a:ext cx="830700" cy="1275900"/>
          </a:xfrm>
          <a:prstGeom prst="roundRect">
            <a:avLst>
              <a:gd fmla="val 16667" name="adj"/>
            </a:avLst>
          </a:prstGeom>
          <a:noFill/>
          <a:ln>
            <a:noFill/>
          </a:ln>
        </p:spPr>
      </p:sp>
      <p:sp>
        <p:nvSpPr>
          <p:cNvPr id="250" name="Google Shape;250;p22"/>
          <p:cNvSpPr txBox="1"/>
          <p:nvPr>
            <p:ph idx="4" type="subTitle"/>
          </p:nvPr>
        </p:nvSpPr>
        <p:spPr>
          <a:xfrm>
            <a:off x="4663450" y="2224674"/>
            <a:ext cx="3235200" cy="681300"/>
          </a:xfrm>
          <a:prstGeom prst="rect">
            <a:avLst/>
          </a:prstGeom>
        </p:spPr>
        <p:txBody>
          <a:bodyPr anchorCtr="0" anchor="ctr" bIns="0" lIns="0" spcFirstLastPara="1" rIns="0" wrap="square" tIns="0">
            <a:spAutoFit/>
          </a:bodyPr>
          <a:lstStyle>
            <a:lvl1pPr lvl="0">
              <a:lnSpc>
                <a:spcPct val="115000"/>
              </a:lnSpc>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1" name="Google Shape;251;p22"/>
          <p:cNvSpPr txBox="1"/>
          <p:nvPr>
            <p:ph idx="5" type="subTitle"/>
          </p:nvPr>
        </p:nvSpPr>
        <p:spPr>
          <a:xfrm>
            <a:off x="4663450" y="2988200"/>
            <a:ext cx="3235200" cy="237900"/>
          </a:xfrm>
          <a:prstGeom prst="rect">
            <a:avLst/>
          </a:prstGeom>
        </p:spPr>
        <p:txBody>
          <a:bodyPr anchorCtr="0" anchor="b" bIns="0" lIns="0" spcFirstLastPara="1" rIns="0" wrap="square" tIns="0">
            <a:spAutoFit/>
          </a:bodyPr>
          <a:lstStyle>
            <a:lvl1pPr lvl="0">
              <a:spcBef>
                <a:spcPts val="0"/>
              </a:spcBef>
              <a:spcAft>
                <a:spcPts val="0"/>
              </a:spcAft>
              <a:buSzPts val="1000"/>
              <a:buFont typeface="Manrope"/>
              <a:buNone/>
              <a:defRPr sz="1000">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2" name="Google Shape;252;p22"/>
          <p:cNvSpPr/>
          <p:nvPr>
            <p:ph idx="6" type="pic"/>
          </p:nvPr>
        </p:nvSpPr>
        <p:spPr>
          <a:xfrm>
            <a:off x="3741400" y="3579575"/>
            <a:ext cx="830700" cy="1275900"/>
          </a:xfrm>
          <a:prstGeom prst="roundRect">
            <a:avLst>
              <a:gd fmla="val 16667" name="adj"/>
            </a:avLst>
          </a:prstGeom>
          <a:noFill/>
          <a:ln>
            <a:noFill/>
          </a:ln>
        </p:spPr>
      </p:sp>
      <p:sp>
        <p:nvSpPr>
          <p:cNvPr id="253" name="Google Shape;253;p22"/>
          <p:cNvSpPr txBox="1"/>
          <p:nvPr>
            <p:ph idx="7" type="subTitle"/>
          </p:nvPr>
        </p:nvSpPr>
        <p:spPr>
          <a:xfrm>
            <a:off x="4663450" y="3774599"/>
            <a:ext cx="3235200" cy="681300"/>
          </a:xfrm>
          <a:prstGeom prst="rect">
            <a:avLst/>
          </a:prstGeom>
        </p:spPr>
        <p:txBody>
          <a:bodyPr anchorCtr="0" anchor="ctr"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4" name="Google Shape;254;p22"/>
          <p:cNvSpPr txBox="1"/>
          <p:nvPr>
            <p:ph idx="8" type="subTitle"/>
          </p:nvPr>
        </p:nvSpPr>
        <p:spPr>
          <a:xfrm>
            <a:off x="4663450" y="4538125"/>
            <a:ext cx="3235200" cy="237900"/>
          </a:xfrm>
          <a:prstGeom prst="rect">
            <a:avLst/>
          </a:prstGeom>
        </p:spPr>
        <p:txBody>
          <a:bodyPr anchorCtr="0" anchor="b" bIns="0" lIns="0" spcFirstLastPara="1" rIns="0" wrap="square" tIns="0">
            <a:spAutoFit/>
          </a:bodyPr>
          <a:lstStyle>
            <a:lvl1pPr lvl="0">
              <a:spcBef>
                <a:spcPts val="0"/>
              </a:spcBef>
              <a:spcAft>
                <a:spcPts val="0"/>
              </a:spcAft>
              <a:buSzPts val="1000"/>
              <a:buFont typeface="Manrope"/>
              <a:buNone/>
              <a:defRPr sz="1000">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spTree>
      <p:nvGrpSpPr>
        <p:cNvPr id="255" name="Shape 255"/>
        <p:cNvGrpSpPr/>
        <p:nvPr/>
      </p:nvGrpSpPr>
      <p:grpSpPr>
        <a:xfrm>
          <a:off x="0" y="0"/>
          <a:ext cx="0" cy="0"/>
          <a:chOff x="0" y="0"/>
          <a:chExt cx="0" cy="0"/>
        </a:xfrm>
      </p:grpSpPr>
      <p:pic>
        <p:nvPicPr>
          <p:cNvPr descr="Marble texture (Provided by Getty Images)" id="256" name="Google Shape;256;p23"/>
          <p:cNvPicPr preferRelativeResize="0"/>
          <p:nvPr/>
        </p:nvPicPr>
        <p:blipFill rotWithShape="1">
          <a:blip r:embed="rId2">
            <a:alphaModFix amt="43000"/>
          </a:blip>
          <a:srcRect b="39598" l="23975" r="45677" t="45068"/>
          <a:stretch/>
        </p:blipFill>
        <p:spPr>
          <a:xfrm rot="-5400000">
            <a:off x="8049675" y="1220925"/>
            <a:ext cx="1246200" cy="945000"/>
          </a:xfrm>
          <a:prstGeom prst="round2SameRect">
            <a:avLst>
              <a:gd fmla="val 16667" name="adj1"/>
              <a:gd fmla="val 0" name="adj2"/>
            </a:avLst>
          </a:prstGeom>
          <a:noFill/>
          <a:ln>
            <a:noFill/>
          </a:ln>
        </p:spPr>
      </p:pic>
      <p:sp>
        <p:nvSpPr>
          <p:cNvPr id="257" name="Google Shape;257;p23"/>
          <p:cNvSpPr/>
          <p:nvPr/>
        </p:nvSpPr>
        <p:spPr>
          <a:xfrm rot="5400000">
            <a:off x="1643775" y="-1478850"/>
            <a:ext cx="4814700" cy="8102400"/>
          </a:xfrm>
          <a:prstGeom prst="round1Rect">
            <a:avLst>
              <a:gd fmla="val 4842" name="adj"/>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pic>
        <p:nvPicPr>
          <p:cNvPr descr="marble (Provided by Getty Images)" id="258" name="Google Shape;258;p23"/>
          <p:cNvPicPr preferRelativeResize="0"/>
          <p:nvPr/>
        </p:nvPicPr>
        <p:blipFill rotWithShape="1">
          <a:blip r:embed="rId3">
            <a:alphaModFix/>
          </a:blip>
          <a:srcRect b="75852" l="26764" r="46015" t="4842"/>
          <a:stretch/>
        </p:blipFill>
        <p:spPr>
          <a:xfrm rot="10800000">
            <a:off x="8200200" y="-1450"/>
            <a:ext cx="943800" cy="1011600"/>
          </a:xfrm>
          <a:prstGeom prst="round1Rect">
            <a:avLst>
              <a:gd fmla="val 15319" name="adj"/>
            </a:avLst>
          </a:prstGeom>
          <a:noFill/>
          <a:ln>
            <a:noFill/>
          </a:ln>
        </p:spPr>
      </p:pic>
      <p:pic>
        <p:nvPicPr>
          <p:cNvPr descr="Marble texture (Provided by Getty Images)" id="259" name="Google Shape;259;p23"/>
          <p:cNvPicPr preferRelativeResize="0"/>
          <p:nvPr/>
        </p:nvPicPr>
        <p:blipFill rotWithShape="1">
          <a:blip r:embed="rId4">
            <a:alphaModFix amt="62000"/>
          </a:blip>
          <a:srcRect b="16416" l="33342" r="31410" t="63092"/>
          <a:stretch/>
        </p:blipFill>
        <p:spPr>
          <a:xfrm rot="-5400000">
            <a:off x="8040825" y="2543525"/>
            <a:ext cx="1267500" cy="948600"/>
          </a:xfrm>
          <a:prstGeom prst="round2SameRect">
            <a:avLst>
              <a:gd fmla="val 16667" name="adj1"/>
              <a:gd fmla="val 0" name="adj2"/>
            </a:avLst>
          </a:prstGeom>
          <a:noFill/>
          <a:ln>
            <a:noFill/>
          </a:ln>
        </p:spPr>
      </p:pic>
      <p:pic>
        <p:nvPicPr>
          <p:cNvPr descr="Marble texture (Provided by Getty Images)" id="260" name="Google Shape;260;p23"/>
          <p:cNvPicPr preferRelativeResize="0"/>
          <p:nvPr/>
        </p:nvPicPr>
        <p:blipFill rotWithShape="1">
          <a:blip r:embed="rId4">
            <a:alphaModFix amt="62000"/>
          </a:blip>
          <a:srcRect b="33123" l="23874" r="40904" t="46490"/>
          <a:stretch/>
        </p:blipFill>
        <p:spPr>
          <a:xfrm rot="-5400000">
            <a:off x="8038875" y="3875025"/>
            <a:ext cx="1266600" cy="943800"/>
          </a:xfrm>
          <a:prstGeom prst="round2SameRect">
            <a:avLst>
              <a:gd fmla="val 16667" name="adj1"/>
              <a:gd fmla="val 0" name="adj2"/>
            </a:avLst>
          </a:prstGeom>
          <a:noFill/>
          <a:ln>
            <a:noFill/>
          </a:ln>
        </p:spPr>
      </p:pic>
      <p:sp>
        <p:nvSpPr>
          <p:cNvPr id="261" name="Google Shape;261;p23"/>
          <p:cNvSpPr txBox="1"/>
          <p:nvPr>
            <p:ph idx="1" type="body"/>
          </p:nvPr>
        </p:nvSpPr>
        <p:spPr>
          <a:xfrm>
            <a:off x="672225" y="2016850"/>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2" name="Google Shape;262;p23"/>
          <p:cNvSpPr txBox="1"/>
          <p:nvPr>
            <p:ph idx="2" type="subTitle"/>
          </p:nvPr>
        </p:nvSpPr>
        <p:spPr>
          <a:xfrm>
            <a:off x="672225" y="1691523"/>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63" name="Google Shape;263;p23"/>
          <p:cNvSpPr txBox="1"/>
          <p:nvPr>
            <p:ph idx="3" type="body"/>
          </p:nvPr>
        </p:nvSpPr>
        <p:spPr>
          <a:xfrm>
            <a:off x="672225" y="3400622"/>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4" name="Google Shape;264;p23"/>
          <p:cNvSpPr txBox="1"/>
          <p:nvPr>
            <p:ph idx="4" type="subTitle"/>
          </p:nvPr>
        </p:nvSpPr>
        <p:spPr>
          <a:xfrm>
            <a:off x="672225" y="3075291"/>
            <a:ext cx="2921700" cy="2079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b="1" sz="1200">
                <a:latin typeface="Manrope"/>
                <a:ea typeface="Manrope"/>
                <a:cs typeface="Manrope"/>
                <a:sym typeface="Manrope"/>
              </a:defRPr>
            </a:lvl1pPr>
            <a:lvl2pPr lvl="1">
              <a:spcBef>
                <a:spcPts val="0"/>
              </a:spcBef>
              <a:spcAft>
                <a:spcPts val="0"/>
              </a:spcAft>
              <a:buSzPts val="1200"/>
              <a:buFont typeface="Manrope"/>
              <a:buNone/>
              <a:defRPr b="1" sz="1200">
                <a:latin typeface="Manrope"/>
                <a:ea typeface="Manrope"/>
                <a:cs typeface="Manrope"/>
                <a:sym typeface="Manrope"/>
              </a:defRPr>
            </a:lvl2pPr>
            <a:lvl3pPr lvl="2">
              <a:spcBef>
                <a:spcPts val="0"/>
              </a:spcBef>
              <a:spcAft>
                <a:spcPts val="0"/>
              </a:spcAft>
              <a:buSzPts val="1200"/>
              <a:buFont typeface="Manrope"/>
              <a:buNone/>
              <a:defRPr b="1" sz="1200">
                <a:latin typeface="Manrope"/>
                <a:ea typeface="Manrope"/>
                <a:cs typeface="Manrope"/>
                <a:sym typeface="Manrope"/>
              </a:defRPr>
            </a:lvl3pPr>
            <a:lvl4pPr lvl="3">
              <a:spcBef>
                <a:spcPts val="0"/>
              </a:spcBef>
              <a:spcAft>
                <a:spcPts val="0"/>
              </a:spcAft>
              <a:buSzPts val="1200"/>
              <a:buFont typeface="Manrope"/>
              <a:buNone/>
              <a:defRPr b="1" sz="1200">
                <a:latin typeface="Manrope"/>
                <a:ea typeface="Manrope"/>
                <a:cs typeface="Manrope"/>
                <a:sym typeface="Manrope"/>
              </a:defRPr>
            </a:lvl4pPr>
            <a:lvl5pPr lvl="4">
              <a:spcBef>
                <a:spcPts val="0"/>
              </a:spcBef>
              <a:spcAft>
                <a:spcPts val="0"/>
              </a:spcAft>
              <a:buSzPts val="1200"/>
              <a:buFont typeface="Manrope"/>
              <a:buNone/>
              <a:defRPr b="1" sz="1200">
                <a:latin typeface="Manrope"/>
                <a:ea typeface="Manrope"/>
                <a:cs typeface="Manrope"/>
                <a:sym typeface="Manrope"/>
              </a:defRPr>
            </a:lvl5pPr>
            <a:lvl6pPr lvl="5">
              <a:spcBef>
                <a:spcPts val="0"/>
              </a:spcBef>
              <a:spcAft>
                <a:spcPts val="0"/>
              </a:spcAft>
              <a:buSzPts val="1200"/>
              <a:buFont typeface="Manrope"/>
              <a:buNone/>
              <a:defRPr b="1" sz="1200">
                <a:latin typeface="Manrope"/>
                <a:ea typeface="Manrope"/>
                <a:cs typeface="Manrope"/>
                <a:sym typeface="Manrope"/>
              </a:defRPr>
            </a:lvl6pPr>
            <a:lvl7pPr lvl="6">
              <a:spcBef>
                <a:spcPts val="0"/>
              </a:spcBef>
              <a:spcAft>
                <a:spcPts val="0"/>
              </a:spcAft>
              <a:buSzPts val="1200"/>
              <a:buFont typeface="Manrope"/>
              <a:buNone/>
              <a:defRPr b="1" sz="1200">
                <a:latin typeface="Manrope"/>
                <a:ea typeface="Manrope"/>
                <a:cs typeface="Manrope"/>
                <a:sym typeface="Manrope"/>
              </a:defRPr>
            </a:lvl7pPr>
            <a:lvl8pPr lvl="7">
              <a:spcBef>
                <a:spcPts val="0"/>
              </a:spcBef>
              <a:spcAft>
                <a:spcPts val="0"/>
              </a:spcAft>
              <a:buSzPts val="1200"/>
              <a:buFont typeface="Manrope"/>
              <a:buNone/>
              <a:defRPr b="1" sz="1200">
                <a:latin typeface="Manrope"/>
                <a:ea typeface="Manrope"/>
                <a:cs typeface="Manrope"/>
                <a:sym typeface="Manrope"/>
              </a:defRPr>
            </a:lvl8pPr>
            <a:lvl9pPr lvl="8">
              <a:spcBef>
                <a:spcPts val="0"/>
              </a:spcBef>
              <a:spcAft>
                <a:spcPts val="0"/>
              </a:spcAft>
              <a:buSzPts val="1200"/>
              <a:buFont typeface="Manrope"/>
              <a:buNone/>
              <a:defRPr b="1" sz="1200">
                <a:latin typeface="Manrope"/>
                <a:ea typeface="Manrope"/>
                <a:cs typeface="Manrope"/>
                <a:sym typeface="Manrope"/>
              </a:defRPr>
            </a:lvl9pPr>
          </a:lstStyle>
          <a:p/>
        </p:txBody>
      </p:sp>
      <p:sp>
        <p:nvSpPr>
          <p:cNvPr id="265" name="Google Shape;265;p23"/>
          <p:cNvSpPr txBox="1"/>
          <p:nvPr>
            <p:ph idx="5"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66" name="Google Shape;266;p23"/>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67" name="Google Shape;267;p23"/>
          <p:cNvSpPr txBox="1"/>
          <p:nvPr>
            <p:ph idx="6" type="subTitle"/>
          </p:nvPr>
        </p:nvSpPr>
        <p:spPr>
          <a:xfrm>
            <a:off x="283500" y="1691525"/>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68" name="Google Shape;268;p23"/>
          <p:cNvSpPr txBox="1"/>
          <p:nvPr>
            <p:ph idx="7" type="subTitle"/>
          </p:nvPr>
        </p:nvSpPr>
        <p:spPr>
          <a:xfrm>
            <a:off x="283500" y="3075300"/>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69" name="Google Shape;269;p23"/>
          <p:cNvSpPr txBox="1"/>
          <p:nvPr>
            <p:ph idx="8" type="body"/>
          </p:nvPr>
        </p:nvSpPr>
        <p:spPr>
          <a:xfrm>
            <a:off x="4439850" y="2016850"/>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70" name="Google Shape;270;p23"/>
          <p:cNvSpPr txBox="1"/>
          <p:nvPr>
            <p:ph idx="9" type="subTitle"/>
          </p:nvPr>
        </p:nvSpPr>
        <p:spPr>
          <a:xfrm>
            <a:off x="4439850" y="1691523"/>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71" name="Google Shape;271;p23"/>
          <p:cNvSpPr txBox="1"/>
          <p:nvPr>
            <p:ph idx="13" type="body"/>
          </p:nvPr>
        </p:nvSpPr>
        <p:spPr>
          <a:xfrm>
            <a:off x="4439850" y="3400622"/>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72" name="Google Shape;272;p23"/>
          <p:cNvSpPr txBox="1"/>
          <p:nvPr>
            <p:ph idx="14" type="subTitle"/>
          </p:nvPr>
        </p:nvSpPr>
        <p:spPr>
          <a:xfrm>
            <a:off x="4439850" y="3075291"/>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73" name="Google Shape;273;p23"/>
          <p:cNvSpPr txBox="1"/>
          <p:nvPr>
            <p:ph idx="15" type="subTitle"/>
          </p:nvPr>
        </p:nvSpPr>
        <p:spPr>
          <a:xfrm>
            <a:off x="4051125" y="1691525"/>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74" name="Google Shape;274;p23"/>
          <p:cNvSpPr txBox="1"/>
          <p:nvPr>
            <p:ph idx="16" type="subTitle"/>
          </p:nvPr>
        </p:nvSpPr>
        <p:spPr>
          <a:xfrm>
            <a:off x="4051125" y="3075300"/>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
  <p:cSld name="CUSTOM_2">
    <p:spTree>
      <p:nvGrpSpPr>
        <p:cNvPr id="275" name="Shape 275"/>
        <p:cNvGrpSpPr/>
        <p:nvPr/>
      </p:nvGrpSpPr>
      <p:grpSpPr>
        <a:xfrm>
          <a:off x="0" y="0"/>
          <a:ext cx="0" cy="0"/>
          <a:chOff x="0" y="0"/>
          <a:chExt cx="0" cy="0"/>
        </a:xfrm>
      </p:grpSpPr>
      <p:sp>
        <p:nvSpPr>
          <p:cNvPr id="276" name="Google Shape;276;p24"/>
          <p:cNvSpPr txBox="1"/>
          <p:nvPr>
            <p:ph idx="1" type="subTitle"/>
          </p:nvPr>
        </p:nvSpPr>
        <p:spPr>
          <a:xfrm>
            <a:off x="628575" y="1714500"/>
            <a:ext cx="2370900" cy="572100"/>
          </a:xfrm>
          <a:prstGeom prst="rect">
            <a:avLst/>
          </a:prstGeom>
        </p:spPr>
        <p:txBody>
          <a:bodyPr anchorCtr="0" anchor="t"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77" name="Google Shape;277;p24"/>
          <p:cNvSpPr txBox="1"/>
          <p:nvPr>
            <p:ph idx="2" type="subTitle"/>
          </p:nvPr>
        </p:nvSpPr>
        <p:spPr>
          <a:xfrm>
            <a:off x="3386550" y="1714500"/>
            <a:ext cx="2370900" cy="5721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 name="Google Shape;278;p24"/>
          <p:cNvSpPr txBox="1"/>
          <p:nvPr>
            <p:ph idx="3" type="subTitle"/>
          </p:nvPr>
        </p:nvSpPr>
        <p:spPr>
          <a:xfrm>
            <a:off x="6134513" y="1714500"/>
            <a:ext cx="2370900" cy="572100"/>
          </a:xfrm>
          <a:prstGeom prst="rect">
            <a:avLst/>
          </a:prstGeom>
        </p:spPr>
        <p:txBody>
          <a:bodyPr anchorCtr="0" anchor="t"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79" name="Google Shape;279;p24"/>
          <p:cNvSpPr txBox="1"/>
          <p:nvPr>
            <p:ph idx="4" type="body"/>
          </p:nvPr>
        </p:nvSpPr>
        <p:spPr>
          <a:xfrm>
            <a:off x="628575" y="3107719"/>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0" name="Google Shape;280;p24"/>
          <p:cNvSpPr txBox="1"/>
          <p:nvPr>
            <p:ph idx="5" type="body"/>
          </p:nvPr>
        </p:nvSpPr>
        <p:spPr>
          <a:xfrm>
            <a:off x="3386554" y="3107675"/>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1" name="Google Shape;281;p24"/>
          <p:cNvSpPr txBox="1"/>
          <p:nvPr>
            <p:ph idx="6" type="body"/>
          </p:nvPr>
        </p:nvSpPr>
        <p:spPr>
          <a:xfrm>
            <a:off x="6134521" y="3107719"/>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2" name="Google Shape;282;p24"/>
          <p:cNvSpPr/>
          <p:nvPr/>
        </p:nvSpPr>
        <p:spPr>
          <a:xfrm>
            <a:off x="628575"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3" name="Google Shape;283;p24"/>
          <p:cNvSpPr/>
          <p:nvPr/>
        </p:nvSpPr>
        <p:spPr>
          <a:xfrm>
            <a:off x="2299001"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4" name="Google Shape;284;p24"/>
          <p:cNvSpPr txBox="1"/>
          <p:nvPr>
            <p:ph idx="7" type="subTitle"/>
          </p:nvPr>
        </p:nvSpPr>
        <p:spPr>
          <a:xfrm>
            <a:off x="699100"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85" name="Google Shape;285;p24"/>
          <p:cNvSpPr txBox="1"/>
          <p:nvPr>
            <p:ph idx="8" type="subTitle"/>
          </p:nvPr>
        </p:nvSpPr>
        <p:spPr>
          <a:xfrm>
            <a:off x="2359900"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900"/>
              <a:buFont typeface="Manrope"/>
              <a:buNone/>
              <a:defRPr sz="900">
                <a:latin typeface="Manrope"/>
                <a:ea typeface="Manrope"/>
                <a:cs typeface="Manrope"/>
                <a:sym typeface="Manrope"/>
              </a:defRPr>
            </a:lvl2pPr>
            <a:lvl3pPr lvl="2">
              <a:spcBef>
                <a:spcPts val="0"/>
              </a:spcBef>
              <a:spcAft>
                <a:spcPts val="0"/>
              </a:spcAft>
              <a:buSzPts val="900"/>
              <a:buFont typeface="Manrope"/>
              <a:buNone/>
              <a:defRPr sz="900">
                <a:latin typeface="Manrope"/>
                <a:ea typeface="Manrope"/>
                <a:cs typeface="Manrope"/>
                <a:sym typeface="Manrope"/>
              </a:defRPr>
            </a:lvl3pPr>
            <a:lvl4pPr lvl="3">
              <a:spcBef>
                <a:spcPts val="0"/>
              </a:spcBef>
              <a:spcAft>
                <a:spcPts val="0"/>
              </a:spcAft>
              <a:buSzPts val="900"/>
              <a:buFont typeface="Manrope"/>
              <a:buNone/>
              <a:defRPr sz="900">
                <a:latin typeface="Manrope"/>
                <a:ea typeface="Manrope"/>
                <a:cs typeface="Manrope"/>
                <a:sym typeface="Manrope"/>
              </a:defRPr>
            </a:lvl4pPr>
            <a:lvl5pPr lvl="4">
              <a:spcBef>
                <a:spcPts val="0"/>
              </a:spcBef>
              <a:spcAft>
                <a:spcPts val="0"/>
              </a:spcAft>
              <a:buSzPts val="900"/>
              <a:buFont typeface="Manrope"/>
              <a:buNone/>
              <a:defRPr sz="900">
                <a:latin typeface="Manrope"/>
                <a:ea typeface="Manrope"/>
                <a:cs typeface="Manrope"/>
                <a:sym typeface="Manrope"/>
              </a:defRPr>
            </a:lvl5pPr>
            <a:lvl6pPr lvl="5">
              <a:spcBef>
                <a:spcPts val="0"/>
              </a:spcBef>
              <a:spcAft>
                <a:spcPts val="0"/>
              </a:spcAft>
              <a:buSzPts val="900"/>
              <a:buFont typeface="Manrope"/>
              <a:buNone/>
              <a:defRPr sz="900">
                <a:latin typeface="Manrope"/>
                <a:ea typeface="Manrope"/>
                <a:cs typeface="Manrope"/>
                <a:sym typeface="Manrope"/>
              </a:defRPr>
            </a:lvl6pPr>
            <a:lvl7pPr lvl="6">
              <a:spcBef>
                <a:spcPts val="0"/>
              </a:spcBef>
              <a:spcAft>
                <a:spcPts val="0"/>
              </a:spcAft>
              <a:buSzPts val="900"/>
              <a:buFont typeface="Manrope"/>
              <a:buNone/>
              <a:defRPr sz="900">
                <a:latin typeface="Manrope"/>
                <a:ea typeface="Manrope"/>
                <a:cs typeface="Manrope"/>
                <a:sym typeface="Manrope"/>
              </a:defRPr>
            </a:lvl7pPr>
            <a:lvl8pPr lvl="7">
              <a:spcBef>
                <a:spcPts val="0"/>
              </a:spcBef>
              <a:spcAft>
                <a:spcPts val="0"/>
              </a:spcAft>
              <a:buSzPts val="900"/>
              <a:buFont typeface="Manrope"/>
              <a:buNone/>
              <a:defRPr sz="900">
                <a:latin typeface="Manrope"/>
                <a:ea typeface="Manrope"/>
                <a:cs typeface="Manrope"/>
                <a:sym typeface="Manrope"/>
              </a:defRPr>
            </a:lvl8pPr>
            <a:lvl9pPr lvl="8">
              <a:spcBef>
                <a:spcPts val="0"/>
              </a:spcBef>
              <a:spcAft>
                <a:spcPts val="0"/>
              </a:spcAft>
              <a:buSzPts val="900"/>
              <a:buFont typeface="Manrope"/>
              <a:buNone/>
              <a:defRPr sz="900">
                <a:latin typeface="Manrope"/>
                <a:ea typeface="Manrope"/>
                <a:cs typeface="Manrope"/>
                <a:sym typeface="Manrope"/>
              </a:defRPr>
            </a:lvl9pPr>
          </a:lstStyle>
          <a:p/>
        </p:txBody>
      </p:sp>
      <p:sp>
        <p:nvSpPr>
          <p:cNvPr id="286" name="Google Shape;286;p24"/>
          <p:cNvSpPr/>
          <p:nvPr/>
        </p:nvSpPr>
        <p:spPr>
          <a:xfrm>
            <a:off x="3381538"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7" name="Google Shape;287;p24"/>
          <p:cNvSpPr/>
          <p:nvPr/>
        </p:nvSpPr>
        <p:spPr>
          <a:xfrm>
            <a:off x="505416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8" name="Google Shape;288;p24"/>
          <p:cNvSpPr txBox="1"/>
          <p:nvPr>
            <p:ph idx="9" type="subTitle"/>
          </p:nvPr>
        </p:nvSpPr>
        <p:spPr>
          <a:xfrm>
            <a:off x="345206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89" name="Google Shape;289;p24"/>
          <p:cNvSpPr txBox="1"/>
          <p:nvPr>
            <p:ph idx="13" type="subTitle"/>
          </p:nvPr>
        </p:nvSpPr>
        <p:spPr>
          <a:xfrm>
            <a:off x="511506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0" name="Google Shape;290;p24"/>
          <p:cNvSpPr/>
          <p:nvPr/>
        </p:nvSpPr>
        <p:spPr>
          <a:xfrm>
            <a:off x="613451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91" name="Google Shape;291;p24"/>
          <p:cNvSpPr/>
          <p:nvPr/>
        </p:nvSpPr>
        <p:spPr>
          <a:xfrm>
            <a:off x="780931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92" name="Google Shape;292;p24"/>
          <p:cNvSpPr txBox="1"/>
          <p:nvPr>
            <p:ph idx="14" type="subTitle"/>
          </p:nvPr>
        </p:nvSpPr>
        <p:spPr>
          <a:xfrm>
            <a:off x="6205038"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3" name="Google Shape;293;p24"/>
          <p:cNvSpPr txBox="1"/>
          <p:nvPr>
            <p:ph idx="15" type="subTitle"/>
          </p:nvPr>
        </p:nvSpPr>
        <p:spPr>
          <a:xfrm>
            <a:off x="787021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4" name="Google Shape;294;p24"/>
          <p:cNvSpPr txBox="1"/>
          <p:nvPr>
            <p:ph idx="16" type="subTitle"/>
          </p:nvPr>
        </p:nvSpPr>
        <p:spPr>
          <a:xfrm>
            <a:off x="649575"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5" name="Google Shape;295;p24"/>
          <p:cNvSpPr txBox="1"/>
          <p:nvPr>
            <p:ph idx="17" type="subTitle"/>
          </p:nvPr>
        </p:nvSpPr>
        <p:spPr>
          <a:xfrm>
            <a:off x="22990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6" name="Google Shape;296;p24"/>
          <p:cNvSpPr txBox="1"/>
          <p:nvPr>
            <p:ph idx="18" type="subTitle"/>
          </p:nvPr>
        </p:nvSpPr>
        <p:spPr>
          <a:xfrm>
            <a:off x="33833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7" name="Google Shape;297;p24"/>
          <p:cNvSpPr txBox="1"/>
          <p:nvPr>
            <p:ph idx="19" type="subTitle"/>
          </p:nvPr>
        </p:nvSpPr>
        <p:spPr>
          <a:xfrm>
            <a:off x="50524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8" name="Google Shape;298;p24"/>
          <p:cNvSpPr txBox="1"/>
          <p:nvPr>
            <p:ph idx="20" type="subTitle"/>
          </p:nvPr>
        </p:nvSpPr>
        <p:spPr>
          <a:xfrm>
            <a:off x="6134525"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9" name="Google Shape;299;p24"/>
          <p:cNvSpPr txBox="1"/>
          <p:nvPr>
            <p:ph idx="21" type="subTitle"/>
          </p:nvPr>
        </p:nvSpPr>
        <p:spPr>
          <a:xfrm>
            <a:off x="78058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300" name="Google Shape;300;p24"/>
          <p:cNvSpPr txBox="1"/>
          <p:nvPr>
            <p:ph idx="22"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301" name="Google Shape;301;p24"/>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with images">
  <p:cSld name="CUSTOM_5">
    <p:spTree>
      <p:nvGrpSpPr>
        <p:cNvPr id="302" name="Shape 302"/>
        <p:cNvGrpSpPr/>
        <p:nvPr/>
      </p:nvGrpSpPr>
      <p:grpSpPr>
        <a:xfrm>
          <a:off x="0" y="0"/>
          <a:ext cx="0" cy="0"/>
          <a:chOff x="0" y="0"/>
          <a:chExt cx="0" cy="0"/>
        </a:xfrm>
      </p:grpSpPr>
      <p:sp>
        <p:nvSpPr>
          <p:cNvPr id="303" name="Google Shape;303;p25"/>
          <p:cNvSpPr/>
          <p:nvPr>
            <p:ph idx="2" type="pic"/>
          </p:nvPr>
        </p:nvSpPr>
        <p:spPr>
          <a:xfrm>
            <a:off x="477500" y="1765975"/>
            <a:ext cx="2667900" cy="1424100"/>
          </a:xfrm>
          <a:prstGeom prst="roundRect">
            <a:avLst>
              <a:gd fmla="val 16667" name="adj"/>
            </a:avLst>
          </a:prstGeom>
          <a:noFill/>
          <a:ln>
            <a:noFill/>
          </a:ln>
        </p:spPr>
      </p:sp>
      <p:sp>
        <p:nvSpPr>
          <p:cNvPr id="304" name="Google Shape;304;p25"/>
          <p:cNvSpPr/>
          <p:nvPr>
            <p:ph idx="3" type="pic"/>
          </p:nvPr>
        </p:nvSpPr>
        <p:spPr>
          <a:xfrm>
            <a:off x="3238050" y="1765975"/>
            <a:ext cx="2667900" cy="1424100"/>
          </a:xfrm>
          <a:prstGeom prst="roundRect">
            <a:avLst>
              <a:gd fmla="val 16667" name="adj"/>
            </a:avLst>
          </a:prstGeom>
          <a:noFill/>
          <a:ln>
            <a:noFill/>
          </a:ln>
        </p:spPr>
      </p:sp>
      <p:sp>
        <p:nvSpPr>
          <p:cNvPr id="305" name="Google Shape;305;p25"/>
          <p:cNvSpPr/>
          <p:nvPr>
            <p:ph idx="4" type="pic"/>
          </p:nvPr>
        </p:nvSpPr>
        <p:spPr>
          <a:xfrm>
            <a:off x="5998600" y="1765975"/>
            <a:ext cx="2667900" cy="1424100"/>
          </a:xfrm>
          <a:prstGeom prst="roundRect">
            <a:avLst>
              <a:gd fmla="val 16667" name="adj"/>
            </a:avLst>
          </a:prstGeom>
          <a:noFill/>
          <a:ln>
            <a:noFill/>
          </a:ln>
        </p:spPr>
      </p:sp>
      <p:sp>
        <p:nvSpPr>
          <p:cNvPr id="306" name="Google Shape;306;p25"/>
          <p:cNvSpPr txBox="1"/>
          <p:nvPr>
            <p:ph idx="1" type="subTitle"/>
          </p:nvPr>
        </p:nvSpPr>
        <p:spPr>
          <a:xfrm>
            <a:off x="477500"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07" name="Google Shape;307;p25"/>
          <p:cNvSpPr txBox="1"/>
          <p:nvPr>
            <p:ph idx="5" type="subTitle"/>
          </p:nvPr>
        </p:nvSpPr>
        <p:spPr>
          <a:xfrm>
            <a:off x="3242100"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08" name="Google Shape;308;p25"/>
          <p:cNvSpPr txBox="1"/>
          <p:nvPr>
            <p:ph idx="6" type="subTitle"/>
          </p:nvPr>
        </p:nvSpPr>
        <p:spPr>
          <a:xfrm>
            <a:off x="5998325"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09" name="Google Shape;309;p25"/>
          <p:cNvSpPr txBox="1"/>
          <p:nvPr>
            <p:ph idx="7" type="body"/>
          </p:nvPr>
        </p:nvSpPr>
        <p:spPr>
          <a:xfrm>
            <a:off x="477500"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0" name="Google Shape;310;p25"/>
          <p:cNvSpPr txBox="1"/>
          <p:nvPr>
            <p:ph idx="8" type="body"/>
          </p:nvPr>
        </p:nvSpPr>
        <p:spPr>
          <a:xfrm>
            <a:off x="3242100"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1" name="Google Shape;311;p25"/>
          <p:cNvSpPr txBox="1"/>
          <p:nvPr>
            <p:ph idx="9" type="body"/>
          </p:nvPr>
        </p:nvSpPr>
        <p:spPr>
          <a:xfrm>
            <a:off x="5998325"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2" name="Google Shape;312;p25"/>
          <p:cNvSpPr txBox="1"/>
          <p:nvPr>
            <p:ph idx="13" type="subTitle"/>
          </p:nvPr>
        </p:nvSpPr>
        <p:spPr>
          <a:xfrm>
            <a:off x="477500"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3" name="Google Shape;313;p25"/>
          <p:cNvSpPr txBox="1"/>
          <p:nvPr>
            <p:ph idx="14" type="subTitle"/>
          </p:nvPr>
        </p:nvSpPr>
        <p:spPr>
          <a:xfrm>
            <a:off x="3242100"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4" name="Google Shape;314;p25"/>
          <p:cNvSpPr txBox="1"/>
          <p:nvPr>
            <p:ph idx="15" type="subTitle"/>
          </p:nvPr>
        </p:nvSpPr>
        <p:spPr>
          <a:xfrm>
            <a:off x="5998325"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5" name="Google Shape;315;p25"/>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6" name="Google Shape;316;p25"/>
          <p:cNvSpPr txBox="1"/>
          <p:nvPr>
            <p:ph idx="16"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8">
    <p:spTree>
      <p:nvGrpSpPr>
        <p:cNvPr id="317" name="Shape 317"/>
        <p:cNvGrpSpPr/>
        <p:nvPr/>
      </p:nvGrpSpPr>
      <p:grpSpPr>
        <a:xfrm>
          <a:off x="0" y="0"/>
          <a:ext cx="0" cy="0"/>
          <a:chOff x="0" y="0"/>
          <a:chExt cx="0" cy="0"/>
        </a:xfrm>
      </p:grpSpPr>
      <p:sp>
        <p:nvSpPr>
          <p:cNvPr id="318" name="Google Shape;318;p26"/>
          <p:cNvSpPr/>
          <p:nvPr>
            <p:ph idx="2" type="pic"/>
          </p:nvPr>
        </p:nvSpPr>
        <p:spPr>
          <a:xfrm rot="-5400000">
            <a:off x="5317275" y="1321875"/>
            <a:ext cx="4991400" cy="2661900"/>
          </a:xfrm>
          <a:prstGeom prst="round1Rect">
            <a:avLst>
              <a:gd fmla="val 16607" name="adj"/>
            </a:avLst>
          </a:prstGeom>
          <a:noFill/>
          <a:ln>
            <a:noFill/>
          </a:ln>
        </p:spPr>
      </p:sp>
      <p:sp>
        <p:nvSpPr>
          <p:cNvPr id="319" name="Google Shape;319;p26"/>
          <p:cNvSpPr/>
          <p:nvPr/>
        </p:nvSpPr>
        <p:spPr>
          <a:xfrm>
            <a:off x="283475" y="1079100"/>
            <a:ext cx="6046500" cy="4064400"/>
          </a:xfrm>
          <a:prstGeom prst="round2SameRect">
            <a:avLst>
              <a:gd fmla="val 7319" name="adj1"/>
              <a:gd fmla="val 0" name="adj2"/>
            </a:avLst>
          </a:prstGeom>
          <a:solidFill>
            <a:schemeClr val="lt1"/>
          </a:solidFill>
          <a:ln>
            <a:noFill/>
          </a:ln>
          <a:effectLst>
            <a:outerShdw blurRad="114300" rotWithShape="0" algn="bl" dir="10920000" dist="57150">
              <a:schemeClr val="dk1">
                <a:alpha val="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320" name="Google Shape;320;p26"/>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321" name="Google Shape;321;p26"/>
          <p:cNvSpPr txBox="1"/>
          <p:nvPr>
            <p:ph type="title"/>
          </p:nvPr>
        </p:nvSpPr>
        <p:spPr>
          <a:xfrm>
            <a:off x="633325" y="1788450"/>
            <a:ext cx="5273700" cy="572100"/>
          </a:xfrm>
          <a:prstGeom prst="rect">
            <a:avLst/>
          </a:prstGeom>
        </p:spPr>
        <p:txBody>
          <a:bodyPr anchorCtr="0" anchor="b" bIns="0"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22" name="Google Shape;322;p26"/>
          <p:cNvSpPr txBox="1"/>
          <p:nvPr>
            <p:ph idx="3" type="subTitle"/>
          </p:nvPr>
        </p:nvSpPr>
        <p:spPr>
          <a:xfrm>
            <a:off x="633325" y="2518300"/>
            <a:ext cx="2834400" cy="6945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26"/>
          <p:cNvSpPr/>
          <p:nvPr>
            <p:ph idx="4" type="pic"/>
          </p:nvPr>
        </p:nvSpPr>
        <p:spPr>
          <a:xfrm>
            <a:off x="633325" y="3490875"/>
            <a:ext cx="1276200" cy="965100"/>
          </a:xfrm>
          <a:prstGeom prst="round1Rect">
            <a:avLst>
              <a:gd fmla="val 16667" name="adj"/>
            </a:avLst>
          </a:prstGeom>
          <a:noFill/>
          <a:ln>
            <a:noFill/>
          </a:ln>
        </p:spPr>
      </p:sp>
      <p:sp>
        <p:nvSpPr>
          <p:cNvPr id="324" name="Google Shape;324;p26"/>
          <p:cNvSpPr txBox="1"/>
          <p:nvPr>
            <p:ph idx="5" type="subTitle"/>
          </p:nvPr>
        </p:nvSpPr>
        <p:spPr>
          <a:xfrm>
            <a:off x="2063100" y="3621025"/>
            <a:ext cx="2600400" cy="336000"/>
          </a:xfrm>
          <a:prstGeom prst="rect">
            <a:avLst/>
          </a:prstGeom>
        </p:spPr>
        <p:txBody>
          <a:bodyPr anchorCtr="0" anchor="b"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25" name="Google Shape;325;p26"/>
          <p:cNvSpPr txBox="1"/>
          <p:nvPr>
            <p:ph idx="6" type="subTitle"/>
          </p:nvPr>
        </p:nvSpPr>
        <p:spPr>
          <a:xfrm>
            <a:off x="2063100" y="3977384"/>
            <a:ext cx="2600400" cy="3360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3"/>
              </a:buClr>
              <a:buSzPts val="1200"/>
              <a:buNone/>
              <a:defRPr b="1" sz="1200">
                <a:solidFill>
                  <a:schemeClr val="accent3"/>
                </a:solidFill>
              </a:defRPr>
            </a:lvl1pPr>
            <a:lvl2pPr lvl="1">
              <a:spcBef>
                <a:spcPts val="0"/>
              </a:spcBef>
              <a:spcAft>
                <a:spcPts val="0"/>
              </a:spcAft>
              <a:buClr>
                <a:schemeClr val="accent3"/>
              </a:buClr>
              <a:buSzPts val="1200"/>
              <a:buNone/>
              <a:defRPr sz="1200">
                <a:solidFill>
                  <a:schemeClr val="accent3"/>
                </a:solidFill>
              </a:defRPr>
            </a:lvl2pPr>
            <a:lvl3pPr lvl="2">
              <a:spcBef>
                <a:spcPts val="0"/>
              </a:spcBef>
              <a:spcAft>
                <a:spcPts val="0"/>
              </a:spcAft>
              <a:buClr>
                <a:schemeClr val="accent3"/>
              </a:buClr>
              <a:buSzPts val="1200"/>
              <a:buNone/>
              <a:defRPr sz="1200">
                <a:solidFill>
                  <a:schemeClr val="accent3"/>
                </a:solidFill>
              </a:defRPr>
            </a:lvl3pPr>
            <a:lvl4pPr lvl="3">
              <a:spcBef>
                <a:spcPts val="0"/>
              </a:spcBef>
              <a:spcAft>
                <a:spcPts val="0"/>
              </a:spcAft>
              <a:buClr>
                <a:schemeClr val="accent3"/>
              </a:buClr>
              <a:buSzPts val="1200"/>
              <a:buNone/>
              <a:defRPr sz="1200">
                <a:solidFill>
                  <a:schemeClr val="accent3"/>
                </a:solidFill>
              </a:defRPr>
            </a:lvl4pPr>
            <a:lvl5pPr lvl="4">
              <a:spcBef>
                <a:spcPts val="0"/>
              </a:spcBef>
              <a:spcAft>
                <a:spcPts val="0"/>
              </a:spcAft>
              <a:buClr>
                <a:schemeClr val="accent3"/>
              </a:buClr>
              <a:buSzPts val="1200"/>
              <a:buNone/>
              <a:defRPr sz="1200">
                <a:solidFill>
                  <a:schemeClr val="accent3"/>
                </a:solidFill>
              </a:defRPr>
            </a:lvl5pPr>
            <a:lvl6pPr lvl="5">
              <a:spcBef>
                <a:spcPts val="0"/>
              </a:spcBef>
              <a:spcAft>
                <a:spcPts val="0"/>
              </a:spcAft>
              <a:buClr>
                <a:schemeClr val="accent3"/>
              </a:buClr>
              <a:buSzPts val="1200"/>
              <a:buNone/>
              <a:defRPr sz="1200">
                <a:solidFill>
                  <a:schemeClr val="accent3"/>
                </a:solidFill>
              </a:defRPr>
            </a:lvl6pPr>
            <a:lvl7pPr lvl="6">
              <a:spcBef>
                <a:spcPts val="0"/>
              </a:spcBef>
              <a:spcAft>
                <a:spcPts val="0"/>
              </a:spcAft>
              <a:buClr>
                <a:schemeClr val="accent3"/>
              </a:buClr>
              <a:buSzPts val="1200"/>
              <a:buNone/>
              <a:defRPr sz="1200">
                <a:solidFill>
                  <a:schemeClr val="accent3"/>
                </a:solidFill>
              </a:defRPr>
            </a:lvl7pPr>
            <a:lvl8pPr lvl="7">
              <a:spcBef>
                <a:spcPts val="0"/>
              </a:spcBef>
              <a:spcAft>
                <a:spcPts val="0"/>
              </a:spcAft>
              <a:buClr>
                <a:schemeClr val="accent3"/>
              </a:buClr>
              <a:buSzPts val="1200"/>
              <a:buNone/>
              <a:defRPr sz="1200">
                <a:solidFill>
                  <a:schemeClr val="accent3"/>
                </a:solidFill>
              </a:defRPr>
            </a:lvl8pPr>
            <a:lvl9pPr lvl="8">
              <a:spcBef>
                <a:spcPts val="0"/>
              </a:spcBef>
              <a:spcAft>
                <a:spcPts val="0"/>
              </a:spcAft>
              <a:buClr>
                <a:schemeClr val="accent3"/>
              </a:buClr>
              <a:buSzPts val="1200"/>
              <a:buNone/>
              <a:defRPr sz="1200">
                <a:solidFill>
                  <a:schemeClr val="accent3"/>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9">
    <p:spTree>
      <p:nvGrpSpPr>
        <p:cNvPr id="326" name="Shape 326"/>
        <p:cNvGrpSpPr/>
        <p:nvPr/>
      </p:nvGrpSpPr>
      <p:grpSpPr>
        <a:xfrm>
          <a:off x="0" y="0"/>
          <a:ext cx="0" cy="0"/>
          <a:chOff x="0" y="0"/>
          <a:chExt cx="0" cy="0"/>
        </a:xfrm>
      </p:grpSpPr>
      <p:sp>
        <p:nvSpPr>
          <p:cNvPr id="327" name="Google Shape;327;p27"/>
          <p:cNvSpPr txBox="1"/>
          <p:nvPr>
            <p:ph type="title"/>
          </p:nvPr>
        </p:nvSpPr>
        <p:spPr>
          <a:xfrm>
            <a:off x="714025" y="1764325"/>
            <a:ext cx="7715700" cy="1248300"/>
          </a:xfrm>
          <a:prstGeom prst="rect">
            <a:avLst/>
          </a:prstGeom>
        </p:spPr>
        <p:txBody>
          <a:bodyPr anchorCtr="0" anchor="b" bIns="0" lIns="0" spcFirstLastPara="1" rIns="0" wrap="square" tIns="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28" name="Shape 328"/>
        <p:cNvGrpSpPr/>
        <p:nvPr/>
      </p:nvGrpSpPr>
      <p:grpSpPr>
        <a:xfrm>
          <a:off x="0" y="0"/>
          <a:ext cx="0" cy="0"/>
          <a:chOff x="0" y="0"/>
          <a:chExt cx="0" cy="0"/>
        </a:xfrm>
      </p:grpSpPr>
      <p:sp>
        <p:nvSpPr>
          <p:cNvPr id="329" name="Google Shape;329;p2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0" name="Google Shape;330;p28"/>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1" name="Shape 331"/>
        <p:cNvGrpSpPr/>
        <p:nvPr/>
      </p:nvGrpSpPr>
      <p:grpSpPr>
        <a:xfrm>
          <a:off x="0" y="0"/>
          <a:ext cx="0" cy="0"/>
          <a:chOff x="0" y="0"/>
          <a:chExt cx="0" cy="0"/>
        </a:xfrm>
      </p:grpSpPr>
      <p:sp>
        <p:nvSpPr>
          <p:cNvPr id="332" name="Google Shape;332;p2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3" name="Shape 333"/>
        <p:cNvGrpSpPr/>
        <p:nvPr/>
      </p:nvGrpSpPr>
      <p:grpSpPr>
        <a:xfrm>
          <a:off x="0" y="0"/>
          <a:ext cx="0" cy="0"/>
          <a:chOff x="0" y="0"/>
          <a:chExt cx="0" cy="0"/>
        </a:xfrm>
      </p:grpSpPr>
      <p:sp>
        <p:nvSpPr>
          <p:cNvPr id="334" name="Google Shape;334;p3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5" name="Google Shape;335;p30"/>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6" name="Shape 336"/>
        <p:cNvGrpSpPr/>
        <p:nvPr/>
      </p:nvGrpSpPr>
      <p:grpSpPr>
        <a:xfrm>
          <a:off x="0" y="0"/>
          <a:ext cx="0" cy="0"/>
          <a:chOff x="0" y="0"/>
          <a:chExt cx="0" cy="0"/>
        </a:xfrm>
      </p:grpSpPr>
      <p:sp>
        <p:nvSpPr>
          <p:cNvPr id="337" name="Google Shape;337;p3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8" name="Google Shape;338;p31"/>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9" name="Google Shape;339;p31"/>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0" name="Shape 340"/>
        <p:cNvGrpSpPr/>
        <p:nvPr/>
      </p:nvGrpSpPr>
      <p:grpSpPr>
        <a:xfrm>
          <a:off x="0" y="0"/>
          <a:ext cx="0" cy="0"/>
          <a:chOff x="0" y="0"/>
          <a:chExt cx="0" cy="0"/>
        </a:xfrm>
      </p:grpSpPr>
      <p:sp>
        <p:nvSpPr>
          <p:cNvPr id="341" name="Google Shape;341;p3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2" name="Shape 342"/>
        <p:cNvGrpSpPr/>
        <p:nvPr/>
      </p:nvGrpSpPr>
      <p:grpSpPr>
        <a:xfrm>
          <a:off x="0" y="0"/>
          <a:ext cx="0" cy="0"/>
          <a:chOff x="0" y="0"/>
          <a:chExt cx="0" cy="0"/>
        </a:xfrm>
      </p:grpSpPr>
      <p:sp>
        <p:nvSpPr>
          <p:cNvPr id="343" name="Google Shape;343;p3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4" name="Google Shape;344;p33"/>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5" name="Shape 345"/>
        <p:cNvGrpSpPr/>
        <p:nvPr/>
      </p:nvGrpSpPr>
      <p:grpSpPr>
        <a:xfrm>
          <a:off x="0" y="0"/>
          <a:ext cx="0" cy="0"/>
          <a:chOff x="0" y="0"/>
          <a:chExt cx="0" cy="0"/>
        </a:xfrm>
      </p:grpSpPr>
      <p:sp>
        <p:nvSpPr>
          <p:cNvPr id="346" name="Google Shape;346;p3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7" name="Shape 347"/>
        <p:cNvGrpSpPr/>
        <p:nvPr/>
      </p:nvGrpSpPr>
      <p:grpSpPr>
        <a:xfrm>
          <a:off x="0" y="0"/>
          <a:ext cx="0" cy="0"/>
          <a:chOff x="0" y="0"/>
          <a:chExt cx="0" cy="0"/>
        </a:xfrm>
      </p:grpSpPr>
      <p:sp>
        <p:nvSpPr>
          <p:cNvPr id="348" name="Google Shape;348;p3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9" name="Google Shape;349;p35"/>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0" name="Google Shape;350;p35"/>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1" name="Shape 351"/>
        <p:cNvGrpSpPr/>
        <p:nvPr/>
      </p:nvGrpSpPr>
      <p:grpSpPr>
        <a:xfrm>
          <a:off x="0" y="0"/>
          <a:ext cx="0" cy="0"/>
          <a:chOff x="0" y="0"/>
          <a:chExt cx="0" cy="0"/>
        </a:xfrm>
      </p:grpSpPr>
      <p:sp>
        <p:nvSpPr>
          <p:cNvPr id="352" name="Google Shape;352;p36"/>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3" name="Shape 353"/>
        <p:cNvGrpSpPr/>
        <p:nvPr/>
      </p:nvGrpSpPr>
      <p:grpSpPr>
        <a:xfrm>
          <a:off x="0" y="0"/>
          <a:ext cx="0" cy="0"/>
          <a:chOff x="0" y="0"/>
          <a:chExt cx="0" cy="0"/>
        </a:xfrm>
      </p:grpSpPr>
      <p:sp>
        <p:nvSpPr>
          <p:cNvPr id="354" name="Google Shape;354;p3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5" name="Google Shape;355;p37"/>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6" name="Shape 356"/>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7" name="Shape 357"/>
        <p:cNvGrpSpPr/>
        <p:nvPr/>
      </p:nvGrpSpPr>
      <p:grpSpPr>
        <a:xfrm>
          <a:off x="0" y="0"/>
          <a:ext cx="0" cy="0"/>
          <a:chOff x="0" y="0"/>
          <a:chExt cx="0" cy="0"/>
        </a:xfrm>
      </p:grpSpPr>
      <p:sp>
        <p:nvSpPr>
          <p:cNvPr id="358" name="Google Shape;358;p3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39"/>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0" name="Google Shape;360;p39"/>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1" name="Google Shape;361;p39"/>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2" name="Google Shape;362;p39"/>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3" name="Google Shape;363;p39"/>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4" name="Google Shape;364;p39"/>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65" name="Shape 365"/>
        <p:cNvGrpSpPr/>
        <p:nvPr/>
      </p:nvGrpSpPr>
      <p:grpSpPr>
        <a:xfrm>
          <a:off x="0" y="0"/>
          <a:ext cx="0" cy="0"/>
          <a:chOff x="0" y="0"/>
          <a:chExt cx="0" cy="0"/>
        </a:xfrm>
      </p:grpSpPr>
      <p:sp>
        <p:nvSpPr>
          <p:cNvPr id="366" name="Google Shape;366;p4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40"/>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68" name="Google Shape;368;p4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9" name="Shape 369"/>
        <p:cNvGrpSpPr/>
        <p:nvPr/>
      </p:nvGrpSpPr>
      <p:grpSpPr>
        <a:xfrm>
          <a:off x="0" y="0"/>
          <a:ext cx="0" cy="0"/>
          <a:chOff x="0" y="0"/>
          <a:chExt cx="0" cy="0"/>
        </a:xfrm>
      </p:grpSpPr>
      <p:sp>
        <p:nvSpPr>
          <p:cNvPr id="370" name="Google Shape;370;p4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1" name="Google Shape;371;p41"/>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2" name="Google Shape;372;p41"/>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3" name="Google Shape;373;p41"/>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74" name="Google Shape;374;p41"/>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75" name="Shape 375"/>
        <p:cNvGrpSpPr/>
        <p:nvPr/>
      </p:nvGrpSpPr>
      <p:grpSpPr>
        <a:xfrm>
          <a:off x="0" y="0"/>
          <a:ext cx="0" cy="0"/>
          <a:chOff x="0" y="0"/>
          <a:chExt cx="0" cy="0"/>
        </a:xfrm>
      </p:grpSpPr>
      <p:sp>
        <p:nvSpPr>
          <p:cNvPr id="376" name="Google Shape;376;p42"/>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7" name="Google Shape;377;p42"/>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8" name="Google Shape;378;p42"/>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9" name="Google Shape;379;p42"/>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2"/>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1" name="Google Shape;381;p42"/>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2" name="Google Shape;382;p42"/>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3" name="Shape 383"/>
        <p:cNvGrpSpPr/>
        <p:nvPr/>
      </p:nvGrpSpPr>
      <p:grpSpPr>
        <a:xfrm>
          <a:off x="0" y="0"/>
          <a:ext cx="0" cy="0"/>
          <a:chOff x="0" y="0"/>
          <a:chExt cx="0" cy="0"/>
        </a:xfrm>
      </p:grpSpPr>
      <p:sp>
        <p:nvSpPr>
          <p:cNvPr id="384" name="Google Shape;384;p43"/>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5" name="Google Shape;385;p43"/>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6" name="Google Shape;386;p43"/>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7" name="Google Shape;387;p43"/>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8" name="Google Shape;388;p4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9" name="Google Shape;389;p43"/>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0" name="Google Shape;390;p43"/>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1" name="Google Shape;391;p43"/>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2" name="Google Shape;392;p43"/>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5" name="Google Shape;395;p4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6" name="Shape 396"/>
        <p:cNvGrpSpPr/>
        <p:nvPr/>
      </p:nvGrpSpPr>
      <p:grpSpPr>
        <a:xfrm>
          <a:off x="0" y="0"/>
          <a:ext cx="0" cy="0"/>
          <a:chOff x="0" y="0"/>
          <a:chExt cx="0" cy="0"/>
        </a:xfrm>
      </p:grpSpPr>
      <p:sp>
        <p:nvSpPr>
          <p:cNvPr id="397" name="Google Shape;397;p45"/>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8" name="Google Shape;398;p45"/>
          <p:cNvSpPr/>
          <p:nvPr>
            <p:ph idx="2" type="pic"/>
          </p:nvPr>
        </p:nvSpPr>
        <p:spPr>
          <a:xfrm>
            <a:off x="4804825" y="1133300"/>
            <a:ext cx="4027500" cy="2392800"/>
          </a:xfrm>
          <a:prstGeom prst="rect">
            <a:avLst/>
          </a:prstGeom>
          <a:noFill/>
          <a:ln>
            <a:noFill/>
          </a:ln>
        </p:spPr>
      </p:sp>
      <p:sp>
        <p:nvSpPr>
          <p:cNvPr id="399" name="Google Shape;399;p45"/>
          <p:cNvSpPr/>
          <p:nvPr>
            <p:ph idx="3" type="pic"/>
          </p:nvPr>
        </p:nvSpPr>
        <p:spPr>
          <a:xfrm>
            <a:off x="311725" y="1133300"/>
            <a:ext cx="4027500" cy="2392800"/>
          </a:xfrm>
          <a:prstGeom prst="rect">
            <a:avLst/>
          </a:prstGeom>
          <a:noFill/>
          <a:ln>
            <a:noFill/>
          </a:ln>
        </p:spPr>
      </p:sp>
      <p:sp>
        <p:nvSpPr>
          <p:cNvPr id="400" name="Google Shape;400;p45"/>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1" name="Google Shape;401;p4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2" name="Google Shape;402;p45"/>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3" name="Google Shape;403;p45"/>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4" name="Shape 404"/>
        <p:cNvGrpSpPr/>
        <p:nvPr/>
      </p:nvGrpSpPr>
      <p:grpSpPr>
        <a:xfrm>
          <a:off x="0" y="0"/>
          <a:ext cx="0" cy="0"/>
          <a:chOff x="0" y="0"/>
          <a:chExt cx="0" cy="0"/>
        </a:xfrm>
      </p:grpSpPr>
      <p:sp>
        <p:nvSpPr>
          <p:cNvPr id="405" name="Google Shape;405;p46"/>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6" name="Google Shape;406;p46"/>
          <p:cNvSpPr/>
          <p:nvPr>
            <p:ph idx="2" type="pic"/>
          </p:nvPr>
        </p:nvSpPr>
        <p:spPr>
          <a:xfrm>
            <a:off x="6205225" y="1128325"/>
            <a:ext cx="2627100" cy="2273100"/>
          </a:xfrm>
          <a:prstGeom prst="rect">
            <a:avLst/>
          </a:prstGeom>
          <a:noFill/>
          <a:ln>
            <a:noFill/>
          </a:ln>
        </p:spPr>
      </p:sp>
      <p:sp>
        <p:nvSpPr>
          <p:cNvPr id="407" name="Google Shape;407;p46"/>
          <p:cNvSpPr/>
          <p:nvPr>
            <p:ph idx="3" type="pic"/>
          </p:nvPr>
        </p:nvSpPr>
        <p:spPr>
          <a:xfrm>
            <a:off x="311725" y="1128325"/>
            <a:ext cx="2627100" cy="2273100"/>
          </a:xfrm>
          <a:prstGeom prst="rect">
            <a:avLst/>
          </a:prstGeom>
          <a:noFill/>
          <a:ln>
            <a:noFill/>
          </a:ln>
        </p:spPr>
      </p:sp>
      <p:sp>
        <p:nvSpPr>
          <p:cNvPr id="408" name="Google Shape;408;p46"/>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9" name="Google Shape;409;p46"/>
          <p:cNvSpPr/>
          <p:nvPr>
            <p:ph idx="5" type="pic"/>
          </p:nvPr>
        </p:nvSpPr>
        <p:spPr>
          <a:xfrm>
            <a:off x="3255250" y="1128325"/>
            <a:ext cx="2627100" cy="2273100"/>
          </a:xfrm>
          <a:prstGeom prst="rect">
            <a:avLst/>
          </a:prstGeom>
          <a:noFill/>
          <a:ln>
            <a:noFill/>
          </a:ln>
        </p:spPr>
      </p:sp>
      <p:sp>
        <p:nvSpPr>
          <p:cNvPr id="410" name="Google Shape;410;p46"/>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1" name="Google Shape;411;p4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2" name="Google Shape;412;p46"/>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3" name="Google Shape;413;p46"/>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4" name="Google Shape;414;p46"/>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15" name="Shape 415"/>
        <p:cNvGrpSpPr/>
        <p:nvPr/>
      </p:nvGrpSpPr>
      <p:grpSpPr>
        <a:xfrm>
          <a:off x="0" y="0"/>
          <a:ext cx="0" cy="0"/>
          <a:chOff x="0" y="0"/>
          <a:chExt cx="0" cy="0"/>
        </a:xfrm>
      </p:grpSpPr>
      <p:sp>
        <p:nvSpPr>
          <p:cNvPr id="416" name="Google Shape;416;p4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7" name="Shape 417"/>
        <p:cNvGrpSpPr/>
        <p:nvPr/>
      </p:nvGrpSpPr>
      <p:grpSpPr>
        <a:xfrm>
          <a:off x="0" y="0"/>
          <a:ext cx="0" cy="0"/>
          <a:chOff x="0" y="0"/>
          <a:chExt cx="0" cy="0"/>
        </a:xfrm>
      </p:grpSpPr>
      <p:sp>
        <p:nvSpPr>
          <p:cNvPr id="418" name="Google Shape;418;p48"/>
          <p:cNvSpPr/>
          <p:nvPr>
            <p:ph idx="2" type="pic"/>
          </p:nvPr>
        </p:nvSpPr>
        <p:spPr>
          <a:xfrm>
            <a:off x="3389600" y="118913"/>
            <a:ext cx="1643700" cy="1535100"/>
          </a:xfrm>
          <a:prstGeom prst="rect">
            <a:avLst/>
          </a:prstGeom>
          <a:noFill/>
          <a:ln>
            <a:noFill/>
          </a:ln>
        </p:spPr>
      </p:sp>
      <p:sp>
        <p:nvSpPr>
          <p:cNvPr id="419" name="Google Shape;419;p48"/>
          <p:cNvSpPr/>
          <p:nvPr>
            <p:ph idx="3" type="pic"/>
          </p:nvPr>
        </p:nvSpPr>
        <p:spPr>
          <a:xfrm>
            <a:off x="5195935" y="118913"/>
            <a:ext cx="1643700" cy="1535100"/>
          </a:xfrm>
          <a:prstGeom prst="rect">
            <a:avLst/>
          </a:prstGeom>
          <a:noFill/>
          <a:ln>
            <a:noFill/>
          </a:ln>
        </p:spPr>
      </p:sp>
      <p:sp>
        <p:nvSpPr>
          <p:cNvPr id="420" name="Google Shape;420;p48"/>
          <p:cNvSpPr/>
          <p:nvPr>
            <p:ph idx="4" type="pic"/>
          </p:nvPr>
        </p:nvSpPr>
        <p:spPr>
          <a:xfrm>
            <a:off x="7002270" y="118913"/>
            <a:ext cx="1643700" cy="1535100"/>
          </a:xfrm>
          <a:prstGeom prst="rect">
            <a:avLst/>
          </a:prstGeom>
          <a:noFill/>
          <a:ln>
            <a:noFill/>
          </a:ln>
        </p:spPr>
      </p:sp>
      <p:sp>
        <p:nvSpPr>
          <p:cNvPr id="421" name="Google Shape;421;p48"/>
          <p:cNvSpPr/>
          <p:nvPr>
            <p:ph idx="5" type="pic"/>
          </p:nvPr>
        </p:nvSpPr>
        <p:spPr>
          <a:xfrm>
            <a:off x="3389588" y="1804212"/>
            <a:ext cx="1643700" cy="1535100"/>
          </a:xfrm>
          <a:prstGeom prst="rect">
            <a:avLst/>
          </a:prstGeom>
          <a:noFill/>
          <a:ln>
            <a:noFill/>
          </a:ln>
        </p:spPr>
      </p:sp>
      <p:sp>
        <p:nvSpPr>
          <p:cNvPr id="422" name="Google Shape;422;p48"/>
          <p:cNvSpPr/>
          <p:nvPr>
            <p:ph idx="6" type="pic"/>
          </p:nvPr>
        </p:nvSpPr>
        <p:spPr>
          <a:xfrm>
            <a:off x="5195922" y="1804212"/>
            <a:ext cx="1643700" cy="1535100"/>
          </a:xfrm>
          <a:prstGeom prst="rect">
            <a:avLst/>
          </a:prstGeom>
          <a:noFill/>
          <a:ln>
            <a:noFill/>
          </a:ln>
        </p:spPr>
      </p:sp>
      <p:sp>
        <p:nvSpPr>
          <p:cNvPr id="423" name="Google Shape;423;p48"/>
          <p:cNvSpPr/>
          <p:nvPr>
            <p:ph idx="7" type="pic"/>
          </p:nvPr>
        </p:nvSpPr>
        <p:spPr>
          <a:xfrm>
            <a:off x="7002257" y="1804212"/>
            <a:ext cx="1643700" cy="1535100"/>
          </a:xfrm>
          <a:prstGeom prst="rect">
            <a:avLst/>
          </a:prstGeom>
          <a:noFill/>
          <a:ln>
            <a:noFill/>
          </a:ln>
        </p:spPr>
      </p:sp>
      <p:sp>
        <p:nvSpPr>
          <p:cNvPr id="424" name="Google Shape;424;p48"/>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5" name="Google Shape;425;p48"/>
          <p:cNvSpPr/>
          <p:nvPr>
            <p:ph idx="8" type="pic"/>
          </p:nvPr>
        </p:nvSpPr>
        <p:spPr>
          <a:xfrm>
            <a:off x="3389588" y="3489487"/>
            <a:ext cx="1643700" cy="1535100"/>
          </a:xfrm>
          <a:prstGeom prst="rect">
            <a:avLst/>
          </a:prstGeom>
          <a:noFill/>
          <a:ln>
            <a:noFill/>
          </a:ln>
        </p:spPr>
      </p:sp>
      <p:sp>
        <p:nvSpPr>
          <p:cNvPr id="426" name="Google Shape;426;p48"/>
          <p:cNvSpPr/>
          <p:nvPr>
            <p:ph idx="9" type="pic"/>
          </p:nvPr>
        </p:nvSpPr>
        <p:spPr>
          <a:xfrm>
            <a:off x="5195922" y="3489487"/>
            <a:ext cx="1643700" cy="1535100"/>
          </a:xfrm>
          <a:prstGeom prst="rect">
            <a:avLst/>
          </a:prstGeom>
          <a:noFill/>
          <a:ln>
            <a:noFill/>
          </a:ln>
        </p:spPr>
      </p:sp>
      <p:sp>
        <p:nvSpPr>
          <p:cNvPr id="427" name="Google Shape;427;p4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8" Type="http://schemas.openxmlformats.org/officeDocument/2006/relationships/theme" Target="../theme/theme1.xml"/><Relationship Id="rId25" Type="http://schemas.openxmlformats.org/officeDocument/2006/relationships/slideLayout" Target="../slideLayouts/slideLayout25.xml"/><Relationship Id="rId47" Type="http://schemas.openxmlformats.org/officeDocument/2006/relationships/slideLayout" Target="../slideLayouts/slideLayout47.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311825" y="4696689"/>
            <a:ext cx="548700" cy="183000"/>
          </a:xfrm>
          <a:prstGeom prst="rect">
            <a:avLst/>
          </a:prstGeom>
          <a:noFill/>
          <a:ln>
            <a:noFill/>
          </a:ln>
        </p:spPr>
        <p:txBody>
          <a:bodyPr anchorCtr="0" anchor="b" bIns="0" lIns="91425" spcFirstLastPara="1" rIns="0" wrap="square" tIns="0">
            <a:normAutofit/>
          </a:bodyPr>
          <a:lstStyle>
            <a:lvl1pPr lvl="0" algn="r">
              <a:buNone/>
              <a:defRPr sz="800">
                <a:solidFill>
                  <a:schemeClr val="dk1"/>
                </a:solidFill>
                <a:latin typeface="Manrope"/>
                <a:ea typeface="Manrope"/>
                <a:cs typeface="Manrope"/>
                <a:sym typeface="Manrope"/>
              </a:defRPr>
            </a:lvl1pPr>
            <a:lvl2pPr lvl="1" algn="r">
              <a:buNone/>
              <a:defRPr sz="800">
                <a:solidFill>
                  <a:schemeClr val="dk1"/>
                </a:solidFill>
                <a:latin typeface="Manrope"/>
                <a:ea typeface="Manrope"/>
                <a:cs typeface="Manrope"/>
                <a:sym typeface="Manrope"/>
              </a:defRPr>
            </a:lvl2pPr>
            <a:lvl3pPr lvl="2" algn="r">
              <a:buNone/>
              <a:defRPr sz="800">
                <a:solidFill>
                  <a:schemeClr val="dk1"/>
                </a:solidFill>
                <a:latin typeface="Manrope"/>
                <a:ea typeface="Manrope"/>
                <a:cs typeface="Manrope"/>
                <a:sym typeface="Manrope"/>
              </a:defRPr>
            </a:lvl3pPr>
            <a:lvl4pPr lvl="3" algn="r">
              <a:buNone/>
              <a:defRPr sz="800">
                <a:solidFill>
                  <a:schemeClr val="dk1"/>
                </a:solidFill>
                <a:latin typeface="Manrope"/>
                <a:ea typeface="Manrope"/>
                <a:cs typeface="Manrope"/>
                <a:sym typeface="Manrope"/>
              </a:defRPr>
            </a:lvl4pPr>
            <a:lvl5pPr lvl="4" algn="r">
              <a:buNone/>
              <a:defRPr sz="800">
                <a:solidFill>
                  <a:schemeClr val="dk1"/>
                </a:solidFill>
                <a:latin typeface="Manrope"/>
                <a:ea typeface="Manrope"/>
                <a:cs typeface="Manrope"/>
                <a:sym typeface="Manrope"/>
              </a:defRPr>
            </a:lvl5pPr>
            <a:lvl6pPr lvl="5" algn="r">
              <a:buNone/>
              <a:defRPr sz="800">
                <a:solidFill>
                  <a:schemeClr val="dk1"/>
                </a:solidFill>
                <a:latin typeface="Manrope"/>
                <a:ea typeface="Manrope"/>
                <a:cs typeface="Manrope"/>
                <a:sym typeface="Manrope"/>
              </a:defRPr>
            </a:lvl6pPr>
            <a:lvl7pPr lvl="6" algn="r">
              <a:buNone/>
              <a:defRPr sz="800">
                <a:solidFill>
                  <a:schemeClr val="dk1"/>
                </a:solidFill>
                <a:latin typeface="Manrope"/>
                <a:ea typeface="Manrope"/>
                <a:cs typeface="Manrope"/>
                <a:sym typeface="Manrope"/>
              </a:defRPr>
            </a:lvl7pPr>
            <a:lvl8pPr lvl="7" algn="r">
              <a:buNone/>
              <a:defRPr sz="800">
                <a:solidFill>
                  <a:schemeClr val="dk1"/>
                </a:solidFill>
                <a:latin typeface="Manrope"/>
                <a:ea typeface="Manrope"/>
                <a:cs typeface="Manrope"/>
                <a:sym typeface="Manrope"/>
              </a:defRPr>
            </a:lvl8pPr>
            <a:lvl9pPr lvl="8" algn="r">
              <a:buNone/>
              <a:defRPr sz="800">
                <a:solidFill>
                  <a:schemeClr val="dk1"/>
                </a:solidFill>
                <a:latin typeface="Manrope"/>
                <a:ea typeface="Manrope"/>
                <a:cs typeface="Manrope"/>
                <a:sym typeface="Manrope"/>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284700" y="1782325"/>
            <a:ext cx="4287300" cy="29013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p:txBody>
      </p:sp>
      <p:sp>
        <p:nvSpPr>
          <p:cNvPr id="8" name="Google Shape;8;p1"/>
          <p:cNvSpPr txBox="1"/>
          <p:nvPr>
            <p:ph type="title"/>
          </p:nvPr>
        </p:nvSpPr>
        <p:spPr>
          <a:xfrm>
            <a:off x="283475" y="420225"/>
            <a:ext cx="7323300" cy="5721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1pPr>
            <a:lvl2pPr lvl="1">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2pPr>
            <a:lvl3pPr lvl="2">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3pPr>
            <a:lvl4pPr lvl="3">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4pPr>
            <a:lvl5pPr lvl="4">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5pPr>
            <a:lvl6pPr lvl="5">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6pPr>
            <a:lvl7pPr lvl="6">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7pPr>
            <a:lvl8pPr lvl="7">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8pPr>
            <a:lvl9pPr lvl="8">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00">
          <p15:clr>
            <a:schemeClr val="accent3"/>
          </p15:clr>
        </p15:guide>
        <p15:guide id="2" orient="horz" pos="300">
          <p15:clr>
            <a:schemeClr val="accent3"/>
          </p15:clr>
        </p15:guide>
        <p15:guide id="3" orient="horz" pos="899">
          <p15:clr>
            <a:schemeClr val="accent3"/>
          </p15:clr>
        </p15:guide>
        <p15:guide id="4" pos="1561">
          <p15:clr>
            <a:schemeClr val="accent3"/>
          </p15:clr>
        </p15:guide>
        <p15:guide id="5" pos="1619">
          <p15:clr>
            <a:schemeClr val="accent3"/>
          </p15:clr>
        </p15:guide>
        <p15:guide id="6" orient="horz" pos="962">
          <p15:clr>
            <a:schemeClr val="accent3"/>
          </p15:clr>
        </p15:guide>
        <p15:guide id="7" orient="horz" pos="1561">
          <p15:clr>
            <a:schemeClr val="accent3"/>
          </p15:clr>
        </p15:guide>
        <p15:guide id="8" orient="horz" pos="1619">
          <p15:clr>
            <a:schemeClr val="accent3"/>
          </p15:clr>
        </p15:guide>
        <p15:guide id="9" orient="horz" pos="2281">
          <p15:clr>
            <a:schemeClr val="accent3"/>
          </p15:clr>
        </p15:guide>
        <p15:guide id="10" orient="horz" pos="2339">
          <p15:clr>
            <a:schemeClr val="accent3"/>
          </p15:clr>
        </p15:guide>
        <p15:guide id="11" orient="horz" pos="2943">
          <p15:clr>
            <a:schemeClr val="accent3"/>
          </p15:clr>
        </p15:guide>
        <p15:guide id="12" pos="1981">
          <p15:clr>
            <a:schemeClr val="accent5"/>
          </p15:clr>
        </p15:guide>
        <p15:guide id="13" pos="2039">
          <p15:clr>
            <a:schemeClr val="accent5"/>
          </p15:clr>
        </p15:guide>
        <p15:guide id="14" pos="2880">
          <p15:clr>
            <a:schemeClr val="accent3"/>
          </p15:clr>
        </p15:guide>
        <p15:guide id="15" pos="2938">
          <p15:clr>
            <a:schemeClr val="accent3"/>
          </p15:clr>
        </p15:guide>
        <p15:guide id="16" pos="3721">
          <p15:clr>
            <a:schemeClr val="accent5"/>
          </p15:clr>
        </p15:guide>
        <p15:guide id="17" pos="3779">
          <p15:clr>
            <a:schemeClr val="accent5"/>
          </p15:clr>
        </p15:guide>
        <p15:guide id="18" pos="4141">
          <p15:clr>
            <a:schemeClr val="accent3"/>
          </p15:clr>
        </p15:guide>
        <p15:guide id="19" pos="4199">
          <p15:clr>
            <a:schemeClr val="accent3"/>
          </p15:clr>
        </p15:guide>
        <p15:guide id="20" pos="5460">
          <p15:clr>
            <a:schemeClr val="accent3"/>
          </p15:clr>
        </p15:guide>
        <p15:guide id="21" pos="179">
          <p15:clr>
            <a:schemeClr val="accent1"/>
          </p15:clr>
        </p15:guide>
        <p15:guide id="22" pos="5581">
          <p15:clr>
            <a:schemeClr val="accent1"/>
          </p15:clr>
        </p15:guide>
        <p15:guide id="23" orient="horz" pos="179">
          <p15:clr>
            <a:schemeClr val="accent1"/>
          </p15:clr>
        </p15:guide>
        <p15:guide id="24" orient="horz" pos="3059">
          <p15:clr>
            <a:schemeClr val="accent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9"/>
          <p:cNvSpPr/>
          <p:nvPr/>
        </p:nvSpPr>
        <p:spPr>
          <a:xfrm rot="-5400000">
            <a:off x="3765875" y="-1242675"/>
            <a:ext cx="3129300" cy="7631700"/>
          </a:xfrm>
          <a:prstGeom prst="round2SameRect">
            <a:avLst>
              <a:gd fmla="val 6150" name="adj1"/>
              <a:gd fmla="val 0" name="adj2"/>
            </a:avLst>
          </a:prstGeom>
          <a:solidFill>
            <a:schemeClr val="lt1"/>
          </a:solidFill>
          <a:ln>
            <a:noFill/>
          </a:ln>
          <a:effectLst>
            <a:outerShdw blurRad="200025" rotWithShape="0" algn="bl" dir="9000000" dist="76200">
              <a:schemeClr val="dk1">
                <a:alpha val="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a:ea typeface="Nunito"/>
              <a:cs typeface="Nunito"/>
              <a:sym typeface="Nunito"/>
            </a:endParaRPr>
          </a:p>
        </p:txBody>
      </p:sp>
      <p:sp>
        <p:nvSpPr>
          <p:cNvPr id="433" name="Google Shape;433;p49"/>
          <p:cNvSpPr txBox="1"/>
          <p:nvPr>
            <p:ph type="ctrTitle"/>
          </p:nvPr>
        </p:nvSpPr>
        <p:spPr>
          <a:xfrm>
            <a:off x="2224800" y="1499975"/>
            <a:ext cx="6014700" cy="1664100"/>
          </a:xfrm>
          <a:prstGeom prst="rect">
            <a:avLst/>
          </a:prstGeom>
        </p:spPr>
        <p:txBody>
          <a:bodyPr anchorCtr="0" anchor="ctr" bIns="0" lIns="0" spcFirstLastPara="1" rIns="0" wrap="square" tIns="0">
            <a:noAutofit/>
          </a:bodyPr>
          <a:lstStyle/>
          <a:p>
            <a:pPr indent="-228600" lvl="0" marL="457200" rtl="0" algn="ctr">
              <a:lnSpc>
                <a:spcPct val="115000"/>
              </a:lnSpc>
              <a:spcBef>
                <a:spcPts val="0"/>
              </a:spcBef>
              <a:spcAft>
                <a:spcPts val="0"/>
              </a:spcAft>
              <a:buClr>
                <a:srgbClr val="273540"/>
              </a:buClr>
              <a:buSzPts val="2000"/>
              <a:buFont typeface="Manrope"/>
              <a:buNone/>
            </a:pPr>
            <a:r>
              <a:rPr b="1" lang="en" sz="2000">
                <a:solidFill>
                  <a:srgbClr val="000000"/>
                </a:solidFill>
                <a:latin typeface="Manrope"/>
                <a:ea typeface="Manrope"/>
                <a:cs typeface="Manrope"/>
                <a:sym typeface="Manrope"/>
              </a:rPr>
              <a:t>Group Case 2</a:t>
            </a:r>
            <a:endParaRPr b="1" sz="2000">
              <a:solidFill>
                <a:srgbClr val="000000"/>
              </a:solidFill>
              <a:latin typeface="Manrope"/>
              <a:ea typeface="Manrope"/>
              <a:cs typeface="Manrope"/>
              <a:sym typeface="Manrope"/>
            </a:endParaRPr>
          </a:p>
          <a:p>
            <a:pPr indent="-228600" lvl="0" marL="457200" rtl="0" algn="ctr">
              <a:lnSpc>
                <a:spcPct val="115000"/>
              </a:lnSpc>
              <a:spcBef>
                <a:spcPts val="0"/>
              </a:spcBef>
              <a:spcAft>
                <a:spcPts val="0"/>
              </a:spcAft>
              <a:buClr>
                <a:srgbClr val="273540"/>
              </a:buClr>
              <a:buSzPts val="2000"/>
              <a:buFont typeface="Manrope"/>
              <a:buNone/>
            </a:pPr>
            <a:r>
              <a:rPr lang="en" sz="2000">
                <a:solidFill>
                  <a:srgbClr val="000000"/>
                </a:solidFill>
                <a:latin typeface="Manrope"/>
                <a:ea typeface="Manrope"/>
                <a:cs typeface="Manrope"/>
                <a:sym typeface="Manrope"/>
              </a:rPr>
              <a:t>–</a:t>
            </a:r>
            <a:endParaRPr sz="2000">
              <a:latin typeface="Manrope"/>
              <a:ea typeface="Manrope"/>
              <a:cs typeface="Manrope"/>
              <a:sym typeface="Manrope"/>
            </a:endParaRPr>
          </a:p>
        </p:txBody>
      </p:sp>
      <p:sp>
        <p:nvSpPr>
          <p:cNvPr id="434" name="Google Shape;434;p49"/>
          <p:cNvSpPr txBox="1"/>
          <p:nvPr>
            <p:ph idx="4294967295" type="subTitle"/>
          </p:nvPr>
        </p:nvSpPr>
        <p:spPr>
          <a:xfrm>
            <a:off x="2612225" y="3190100"/>
            <a:ext cx="5436600" cy="765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latin typeface="Manrope"/>
                <a:ea typeface="Manrope"/>
                <a:cs typeface="Manrope"/>
                <a:sym typeface="Manrope"/>
              </a:rPr>
              <a:t>Team 3: Heven Abraha, Nia Bishop, Haotian Du, Rutendo Nyoka, Julia See</a:t>
            </a:r>
            <a:endParaRPr sz="1500">
              <a:latin typeface="Manrope"/>
              <a:ea typeface="Manrope"/>
              <a:cs typeface="Manrope"/>
              <a:sym typeface="Manrope"/>
            </a:endParaRPr>
          </a:p>
        </p:txBody>
      </p:sp>
      <p:sp>
        <p:nvSpPr>
          <p:cNvPr id="435" name="Google Shape;435;p49"/>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p>
            <a:pPr indent="0" lvl="0" marL="0" rtl="0" algn="l">
              <a:spcBef>
                <a:spcPts val="0"/>
              </a:spcBef>
              <a:spcAft>
                <a:spcPts val="0"/>
              </a:spcAft>
              <a:buSzPts val="688"/>
              <a:buNone/>
            </a:pPr>
            <a:r>
              <a:rPr lang="en"/>
              <a:t>BUMK 773</a:t>
            </a:r>
            <a:endParaRPr/>
          </a:p>
        </p:txBody>
      </p:sp>
      <p:pic>
        <p:nvPicPr>
          <p:cNvPr descr="Marble texture (Provided by Getty Images)" id="436" name="Google Shape;436;p49"/>
          <p:cNvPicPr preferRelativeResize="0"/>
          <p:nvPr/>
        </p:nvPicPr>
        <p:blipFill rotWithShape="1">
          <a:blip r:embed="rId3">
            <a:alphaModFix/>
          </a:blip>
          <a:srcRect b="8354" l="51184" r="0" t="70762"/>
          <a:stretch/>
        </p:blipFill>
        <p:spPr>
          <a:xfrm>
            <a:off x="0" y="4172200"/>
            <a:ext cx="1464300" cy="971400"/>
          </a:xfrm>
          <a:prstGeom prst="round1Rect">
            <a:avLst>
              <a:gd fmla="val 16667" name="adj"/>
            </a:avLst>
          </a:prstGeom>
          <a:noFill/>
          <a:ln>
            <a:noFill/>
          </a:ln>
        </p:spPr>
      </p:pic>
      <p:pic>
        <p:nvPicPr>
          <p:cNvPr descr="Marble texture (Provided by Getty Images)" id="437" name="Google Shape;437;p49"/>
          <p:cNvPicPr preferRelativeResize="0"/>
          <p:nvPr/>
        </p:nvPicPr>
        <p:blipFill rotWithShape="1">
          <a:blip r:embed="rId3">
            <a:alphaModFix/>
          </a:blip>
          <a:srcRect b="8358" l="0" r="0" t="70763"/>
          <a:stretch/>
        </p:blipFill>
        <p:spPr>
          <a:xfrm rot="10800000">
            <a:off x="1514675" y="-100"/>
            <a:ext cx="3100200" cy="971400"/>
          </a:xfrm>
          <a:prstGeom prst="round2SameRect">
            <a:avLst>
              <a:gd fmla="val 16667" name="adj1"/>
              <a:gd fmla="val 0" name="adj2"/>
            </a:avLst>
          </a:prstGeom>
          <a:noFill/>
          <a:ln>
            <a:noFill/>
          </a:ln>
        </p:spPr>
      </p:pic>
      <p:pic>
        <p:nvPicPr>
          <p:cNvPr descr="Smooth stone texture (Provided by Getty Images)" id="438" name="Google Shape;438;p49"/>
          <p:cNvPicPr preferRelativeResize="0"/>
          <p:nvPr/>
        </p:nvPicPr>
        <p:blipFill rotWithShape="1">
          <a:blip r:embed="rId4">
            <a:alphaModFix/>
          </a:blip>
          <a:srcRect b="77982" l="86246" r="14" t="347"/>
          <a:stretch/>
        </p:blipFill>
        <p:spPr>
          <a:xfrm flipH="1">
            <a:off x="8212800" y="4183200"/>
            <a:ext cx="931200" cy="960300"/>
          </a:xfrm>
          <a:prstGeom prst="round1Rect">
            <a:avLst>
              <a:gd fmla="val 22027" name="adj"/>
            </a:avLst>
          </a:prstGeom>
          <a:noFill/>
          <a:ln>
            <a:noFill/>
          </a:ln>
          <a:effectLst>
            <a:outerShdw blurRad="171450" rotWithShape="0" algn="bl" dir="11520000" dist="57150">
              <a:schemeClr val="dk1">
                <a:alpha val="17650"/>
              </a:schemeClr>
            </a:outerShdw>
          </a:effectLst>
        </p:spPr>
      </p:pic>
      <p:pic>
        <p:nvPicPr>
          <p:cNvPr descr="Smooth stone texture (Provided by Getty Images)" id="439" name="Google Shape;439;p49"/>
          <p:cNvPicPr preferRelativeResize="0"/>
          <p:nvPr/>
        </p:nvPicPr>
        <p:blipFill rotWithShape="1">
          <a:blip r:embed="rId4">
            <a:alphaModFix/>
          </a:blip>
          <a:srcRect b="77982" l="32628" r="13" t="347"/>
          <a:stretch/>
        </p:blipFill>
        <p:spPr>
          <a:xfrm rot="10800000">
            <a:off x="4664850" y="0"/>
            <a:ext cx="4479000" cy="960300"/>
          </a:xfrm>
          <a:prstGeom prst="round1Rect">
            <a:avLst>
              <a:gd fmla="val 22027" name="adj"/>
            </a:avLst>
          </a:prstGeom>
          <a:noFill/>
          <a:ln>
            <a:noFill/>
          </a:ln>
          <a:effectLst>
            <a:outerShdw blurRad="171450" rotWithShape="0" algn="bl" dir="11520000" dist="95250">
              <a:schemeClr val="dk1">
                <a:alpha val="10000"/>
              </a:scheme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descr="marble (Provided by Getty Images)" id="444" name="Google Shape;444;p50"/>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445" name="Google Shape;445;p50"/>
          <p:cNvSpPr txBox="1"/>
          <p:nvPr>
            <p:ph idx="3" type="body"/>
          </p:nvPr>
        </p:nvSpPr>
        <p:spPr>
          <a:xfrm>
            <a:off x="283475" y="475500"/>
            <a:ext cx="5057400" cy="324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solidFill>
                  <a:srgbClr val="273540"/>
                </a:solidFill>
                <a:latin typeface="Times New Roman"/>
                <a:ea typeface="Times New Roman"/>
                <a:cs typeface="Times New Roman"/>
                <a:sym typeface="Times New Roman"/>
              </a:rPr>
              <a:t>Metabical vs. Current Weight-Loss Options</a:t>
            </a:r>
            <a:endParaRPr sz="1200">
              <a:solidFill>
                <a:srgbClr val="273540"/>
              </a:solidFill>
              <a:latin typeface="Times New Roman"/>
              <a:ea typeface="Times New Roman"/>
              <a:cs typeface="Times New Roman"/>
              <a:sym typeface="Times New Roman"/>
            </a:endParaRPr>
          </a:p>
          <a:p>
            <a:pPr indent="-304800" lvl="0" marL="457200" rtl="0" algn="l">
              <a:spcBef>
                <a:spcPts val="120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Unique target market: First prescription drug designed for moderately overweight adults with BMI 25–30</a:t>
            </a:r>
            <a:endParaRPr sz="1200">
              <a:solidFill>
                <a:srgbClr val="27354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Safer alternative: Lower-dose ingredients and fewer serious side effects than Meridia and Xenical</a:t>
            </a:r>
            <a:endParaRPr sz="1200">
              <a:solidFill>
                <a:srgbClr val="27354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Greater convenience: Taken once daily, compared with Alli’s three-times-a-day dosage</a:t>
            </a:r>
            <a:endParaRPr sz="1200">
              <a:solidFill>
                <a:srgbClr val="27354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Proven effectiveness:</a:t>
            </a:r>
            <a:endParaRPr sz="1200">
              <a:solidFill>
                <a:srgbClr val="273540"/>
              </a:solidFill>
              <a:latin typeface="Times New Roman"/>
              <a:ea typeface="Times New Roman"/>
              <a:cs typeface="Times New Roman"/>
              <a:sym typeface="Times New Roman"/>
            </a:endParaRPr>
          </a:p>
          <a:p>
            <a:pPr indent="-304800" lvl="1" marL="9144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BMI 25–28: Average weight loss of 15 pounds</a:t>
            </a:r>
            <a:endParaRPr sz="1200">
              <a:solidFill>
                <a:srgbClr val="273540"/>
              </a:solidFill>
              <a:latin typeface="Times New Roman"/>
              <a:ea typeface="Times New Roman"/>
              <a:cs typeface="Times New Roman"/>
              <a:sym typeface="Times New Roman"/>
            </a:endParaRPr>
          </a:p>
          <a:p>
            <a:pPr indent="-304800" lvl="1" marL="9144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BMI 28–30: Average weight loss of 26 pounds</a:t>
            </a:r>
            <a:endParaRPr sz="1200">
              <a:solidFill>
                <a:srgbClr val="27354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Behavioral benefits: Discourages high-fat and high-calorie foods, supporting healthier eating habits</a:t>
            </a:r>
            <a:endParaRPr sz="1200">
              <a:solidFill>
                <a:srgbClr val="27354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Competitive value: Potentially more affordable than Jenny Craig’s $1,000–$1,600 three-month program</a:t>
            </a:r>
            <a:endParaRPr sz="1200">
              <a:solidFill>
                <a:srgbClr val="27354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Key challenges: Prescription required, limited insurance coverage, and $225–$450 out-of-pocket treatment cost</a:t>
            </a:r>
            <a:endParaRPr sz="1200">
              <a:solidFill>
                <a:srgbClr val="27354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Arial"/>
              <a:buChar char="●"/>
            </a:pPr>
            <a:r>
              <a:rPr lang="en" sz="1200">
                <a:solidFill>
                  <a:srgbClr val="273540"/>
                </a:solidFill>
                <a:latin typeface="Times New Roman"/>
                <a:ea typeface="Times New Roman"/>
                <a:cs typeface="Times New Roman"/>
                <a:sym typeface="Times New Roman"/>
              </a:rPr>
              <a:t>Overall advantage: Combines medical supervision, convenience, clinical effectiveness, and manageable side effects</a:t>
            </a:r>
            <a:endParaRPr sz="1200">
              <a:solidFill>
                <a:srgbClr val="27354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rgbClr val="273540"/>
              </a:solidFill>
              <a:latin typeface="Times New Roman"/>
              <a:ea typeface="Times New Roman"/>
              <a:cs typeface="Times New Roman"/>
              <a:sym typeface="Times New Roman"/>
            </a:endParaRPr>
          </a:p>
        </p:txBody>
      </p:sp>
      <p:sp>
        <p:nvSpPr>
          <p:cNvPr id="446" name="Google Shape;446;p50"/>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447" name="Google Shape;447;p50"/>
          <p:cNvSpPr txBox="1"/>
          <p:nvPr/>
        </p:nvSpPr>
        <p:spPr>
          <a:xfrm>
            <a:off x="6629225" y="1342975"/>
            <a:ext cx="1886700" cy="1881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0"/>
              </a:spcAft>
              <a:buNone/>
            </a:pPr>
            <a:r>
              <a:rPr lang="en" sz="1500">
                <a:solidFill>
                  <a:srgbClr val="273540"/>
                </a:solidFill>
                <a:latin typeface="Times New Roman"/>
                <a:ea typeface="Times New Roman"/>
                <a:cs typeface="Times New Roman"/>
                <a:sym typeface="Times New Roman"/>
              </a:rPr>
              <a:t>How does Metabical compare to current weight-loss options?</a:t>
            </a:r>
            <a:endParaRPr sz="1500">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sz="1500">
              <a:solidFill>
                <a:srgbClr val="27354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marble (Provided by Getty Images)" id="452" name="Google Shape;452;p51"/>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53" name="Google Shape;453;p51"/>
          <p:cNvSpPr txBox="1"/>
          <p:nvPr>
            <p:ph idx="4" type="title"/>
          </p:nvPr>
        </p:nvSpPr>
        <p:spPr>
          <a:xfrm>
            <a:off x="6227075" y="283475"/>
            <a:ext cx="2523600" cy="2293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r>
              <a:rPr lang="en" sz="1100">
                <a:solidFill>
                  <a:srgbClr val="273540"/>
                </a:solidFill>
                <a:latin typeface="Times New Roman"/>
                <a:ea typeface="Times New Roman"/>
                <a:cs typeface="Times New Roman"/>
                <a:sym typeface="Times New Roman"/>
              </a:rPr>
              <a:t>Q2. What are the pros and cons of the forecasting methods presented by Printup? If you had to estimate the demand for this product, how would you go about it? What would your demand (unit) forecast look like for the first 5 years? (I want numbers – not just words). </a:t>
            </a:r>
            <a:endParaRPr>
              <a:latin typeface="Times New Roman"/>
              <a:ea typeface="Times New Roman"/>
              <a:cs typeface="Times New Roman"/>
              <a:sym typeface="Times New Roman"/>
            </a:endParaRPr>
          </a:p>
        </p:txBody>
      </p:sp>
      <p:graphicFrame>
        <p:nvGraphicFramePr>
          <p:cNvPr id="454" name="Google Shape;454;p51"/>
          <p:cNvGraphicFramePr/>
          <p:nvPr/>
        </p:nvGraphicFramePr>
        <p:xfrm>
          <a:off x="141525" y="351425"/>
          <a:ext cx="3000000" cy="3000000"/>
        </p:xfrm>
        <a:graphic>
          <a:graphicData uri="http://schemas.openxmlformats.org/drawingml/2006/table">
            <a:tbl>
              <a:tblPr>
                <a:noFill/>
                <a:tableStyleId>{59D12E63-BB10-45E6-9F2F-A98C57B7058E}</a:tableStyleId>
              </a:tblPr>
              <a:tblGrid>
                <a:gridCol w="1848500"/>
                <a:gridCol w="1848500"/>
                <a:gridCol w="1848500"/>
              </a:tblGrid>
              <a:tr h="127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 </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Pros</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Cons</a:t>
                      </a:r>
                      <a:endParaRPr sz="8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Approach 1: Overweight individuals who are actively trying to lose weight.</a:t>
                      </a:r>
                      <a:endParaRPr sz="800">
                        <a:latin typeface="Times New Roman"/>
                        <a:ea typeface="Times New Roman"/>
                        <a:cs typeface="Times New Roman"/>
                        <a:sym typeface="Times New Roman"/>
                      </a:endParaRPr>
                    </a:p>
                    <a:p>
                      <a:pPr indent="0" lvl="0" marL="0" rtl="0" algn="l">
                        <a:spcBef>
                          <a:spcPts val="0"/>
                        </a:spcBef>
                        <a:spcAft>
                          <a:spcPts val="0"/>
                        </a:spcAft>
                        <a:buNone/>
                      </a:pPr>
                      <a:r>
                        <a:t/>
                      </a:r>
                      <a:endParaRPr sz="800">
                        <a:latin typeface="Times New Roman"/>
                        <a:ea typeface="Times New Roman"/>
                        <a:cs typeface="Times New Roman"/>
                        <a:sym typeface="Times New Roman"/>
                      </a:endParaRPr>
                    </a:p>
                    <a:p>
                      <a:pPr indent="0" lvl="0" marL="0" rtl="0" algn="l">
                        <a:spcBef>
                          <a:spcPts val="0"/>
                        </a:spcBef>
                        <a:spcAft>
                          <a:spcPts val="0"/>
                        </a:spcAft>
                        <a:buNone/>
                      </a:pPr>
                      <a:r>
                        <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The market is very large and essentially easy to segment and target. The use of a conservative market can reduce the risk of overestimating demand. </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The market is full of potential consumers although some may prefer dieting, exercising, weight loss surgery, drugstore products, or other remedies. The demand forecasting will be riskier due to Metabical being a new prescription drug with fewer side effects. Approach 1 also assumes that only 15% of people trying to lose weight would be comfortable with weight loss medication.</a:t>
                      </a:r>
                      <a:endParaRPr sz="8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 Approach 2: Individuals ready to request a prescription.</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Purchase intent can be measured more accurately with the second approach. The consumer research identifies 12% are ready to go to a healthcare provider, which allows various types of consumers to be targeted. The repeat purchase assumption 60%/20% from the clinical trials proves to be effective. Approach 2 is not super conservative in comparison to Approach 1 and Approach 3 is very targeted.</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The survey responses do not guarantee purchase, while assuming that potential consumers do seek a prescription from their healthcare professional. Demand forecasting can potentially be overestimated due to insurance coverage, pricing, and other drug recommendations. The 12% survey response can overestimate demand once consumers are aware of pricing.</a:t>
                      </a:r>
                      <a:endParaRPr sz="8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Approach 3: The Ideal Consumer</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The market is very niche for the target consumer. Metabical advertising campaigns and promos will be easy to design and execute with the target consumer in mind.</a:t>
                      </a:r>
                      <a:endParaRPr sz="8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800">
                          <a:latin typeface="Times New Roman"/>
                          <a:ea typeface="Times New Roman"/>
                          <a:cs typeface="Times New Roman"/>
                          <a:sym typeface="Times New Roman"/>
                        </a:rPr>
                        <a:t>The demand forecast projects 30% penetration in year 1 and increasing by 20% in year 5. The target consumer does not include male consumers and other demographics which are a potential market.</a:t>
                      </a:r>
                      <a:endParaRPr sz="8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descr="marble (Provided by Getty Images)" id="459" name="Google Shape;459;p52"/>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60" name="Google Shape;460;p52"/>
          <p:cNvSpPr txBox="1"/>
          <p:nvPr>
            <p:ph idx="4" type="title"/>
          </p:nvPr>
        </p:nvSpPr>
        <p:spPr>
          <a:xfrm>
            <a:off x="6227075" y="283475"/>
            <a:ext cx="2523600" cy="2293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r>
              <a:rPr lang="en" sz="1100">
                <a:solidFill>
                  <a:srgbClr val="273540"/>
                </a:solidFill>
                <a:latin typeface="Times New Roman"/>
                <a:ea typeface="Times New Roman"/>
                <a:cs typeface="Times New Roman"/>
                <a:sym typeface="Times New Roman"/>
              </a:rPr>
              <a:t>Q2. What are the pros and cons of the forecasting methods presented by Printup? If you had to estimate the demand for this product, how would you go about it? What would your demand (unit) forecast look like for the first 5 years? (I want numbers – not just words). </a:t>
            </a:r>
            <a:endParaRPr>
              <a:latin typeface="Times New Roman"/>
              <a:ea typeface="Times New Roman"/>
              <a:cs typeface="Times New Roman"/>
              <a:sym typeface="Times New Roman"/>
            </a:endParaRPr>
          </a:p>
        </p:txBody>
      </p:sp>
      <p:sp>
        <p:nvSpPr>
          <p:cNvPr id="461" name="Google Shape;461;p52"/>
          <p:cNvSpPr txBox="1"/>
          <p:nvPr/>
        </p:nvSpPr>
        <p:spPr>
          <a:xfrm>
            <a:off x="115825" y="315275"/>
            <a:ext cx="5724300" cy="3585900"/>
          </a:xfrm>
          <a:prstGeom prst="rect">
            <a:avLst/>
          </a:prstGeom>
          <a:noFill/>
          <a:ln>
            <a:noFill/>
          </a:ln>
        </p:spPr>
        <p:txBody>
          <a:bodyPr anchorCtr="0" anchor="ctr" bIns="91425" lIns="91425" spcFirstLastPara="1" rIns="91425" wrap="square" tIns="91425">
            <a:noAutofit/>
          </a:bodyPr>
          <a:lstStyle/>
          <a:p>
            <a:pPr indent="457200" lvl="0" marL="0" rtl="0" algn="l">
              <a:lnSpc>
                <a:spcPct val="115000"/>
              </a:lnSpc>
              <a:spcBef>
                <a:spcPts val="0"/>
              </a:spcBef>
              <a:spcAft>
                <a:spcPts val="0"/>
              </a:spcAft>
              <a:buNone/>
            </a:pPr>
            <a:r>
              <a:t/>
            </a:r>
            <a:endParaRPr sz="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t/>
            </a:r>
            <a:endParaRPr sz="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t/>
            </a:r>
            <a:endParaRPr sz="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t/>
            </a:r>
            <a:endParaRPr sz="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t/>
            </a:r>
            <a:endParaRPr sz="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800">
                <a:latin typeface="Times New Roman"/>
                <a:ea typeface="Times New Roman"/>
                <a:cs typeface="Times New Roman"/>
                <a:sym typeface="Times New Roman"/>
              </a:rPr>
              <a:t>In order to estimate product demand, Approach 2 is the most effective, because it is focused on consumers who have already expressed interest (12%, p.6) and willingness to seek a prescription. The case states that 60% of first time users purchase a second supply and 20% of those consumers will purchase the final supply, which means the forecast should include repeat purchases. The American adult population also increases slightly annually. We should calculate the overweight population each year as opposed to the fixed value 78.2 million.</a:t>
            </a:r>
            <a:endParaRPr sz="800">
              <a:latin typeface="Times New Roman"/>
              <a:ea typeface="Times New Roman"/>
              <a:cs typeface="Times New Roman"/>
              <a:sym typeface="Times New Roman"/>
            </a:endParaRPr>
          </a:p>
          <a:p>
            <a:pPr indent="457200" lvl="0" marL="0" rtl="0" algn="l">
              <a:lnSpc>
                <a:spcPct val="115000"/>
              </a:lnSpc>
              <a:spcBef>
                <a:spcPts val="0"/>
              </a:spcBef>
              <a:spcAft>
                <a:spcPts val="0"/>
              </a:spcAft>
              <a:buNone/>
            </a:pPr>
            <a:r>
              <a:rPr lang="en" sz="800">
                <a:latin typeface="Times New Roman"/>
                <a:ea typeface="Times New Roman"/>
                <a:cs typeface="Times New Roman"/>
                <a:sym typeface="Times New Roman"/>
              </a:rPr>
              <a:t>Approach 2 is the most promising approach because 9.38 million people have expressed interest in seeking a prescription which indicates product demand. The forecast incorporates the case’s 10% to 30% penetration assumptions and 60%/20% repeat purchases, producing a five-year forecast of approximately 16.6 million units.</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100">
              <a:latin typeface="Times New Roman"/>
              <a:ea typeface="Times New Roman"/>
              <a:cs typeface="Times New Roman"/>
              <a:sym typeface="Times New Roman"/>
            </a:endParaRPr>
          </a:p>
          <a:p>
            <a:pPr indent="0" lvl="0" marL="0" rtl="0" algn="l">
              <a:spcBef>
                <a:spcPts val="0"/>
              </a:spcBef>
              <a:spcAft>
                <a:spcPts val="0"/>
              </a:spcAft>
              <a:buNone/>
            </a:pPr>
            <a:r>
              <a:rPr b="1" lang="en" sz="800" u="sng">
                <a:latin typeface="Times New Roman"/>
                <a:ea typeface="Times New Roman"/>
                <a:cs typeface="Times New Roman"/>
                <a:sym typeface="Times New Roman"/>
              </a:rPr>
              <a:t>Potential Users Before Penetration</a:t>
            </a:r>
            <a:endParaRPr b="1" sz="800" u="sng">
              <a:latin typeface="Times New Roman"/>
              <a:ea typeface="Times New Roman"/>
              <a:cs typeface="Times New Roman"/>
              <a:sym typeface="Times New Roman"/>
            </a:endParaRPr>
          </a:p>
          <a:p>
            <a:pPr indent="0" lvl="0" marL="0" rtl="0" algn="l">
              <a:spcBef>
                <a:spcPts val="0"/>
              </a:spcBef>
              <a:spcAft>
                <a:spcPts val="0"/>
              </a:spcAft>
              <a:buNone/>
            </a:pPr>
            <a:r>
              <a:rPr i="1" lang="en" sz="800">
                <a:latin typeface="Times New Roman"/>
                <a:ea typeface="Times New Roman"/>
                <a:cs typeface="Times New Roman"/>
                <a:sym typeface="Times New Roman"/>
              </a:rPr>
              <a:t>230 million * 34% =78.2 million overweight individuals</a:t>
            </a:r>
            <a:endParaRPr i="1" sz="800">
              <a:latin typeface="Times New Roman"/>
              <a:ea typeface="Times New Roman"/>
              <a:cs typeface="Times New Roman"/>
              <a:sym typeface="Times New Roman"/>
            </a:endParaRPr>
          </a:p>
          <a:p>
            <a:pPr indent="0" lvl="0" marL="0" rtl="0" algn="l">
              <a:spcBef>
                <a:spcPts val="0"/>
              </a:spcBef>
              <a:spcAft>
                <a:spcPts val="0"/>
              </a:spcAft>
              <a:buNone/>
            </a:pPr>
            <a:r>
              <a:t/>
            </a:r>
            <a:endParaRPr sz="800">
              <a:latin typeface="Times New Roman"/>
              <a:ea typeface="Times New Roman"/>
              <a:cs typeface="Times New Roman"/>
              <a:sym typeface="Times New Roman"/>
            </a:endParaRPr>
          </a:p>
          <a:p>
            <a:pPr indent="0" lvl="0" marL="0" rtl="0" algn="l">
              <a:spcBef>
                <a:spcPts val="0"/>
              </a:spcBef>
              <a:spcAft>
                <a:spcPts val="0"/>
              </a:spcAft>
              <a:buNone/>
            </a:pPr>
            <a:r>
              <a:rPr b="1" lang="en" sz="800">
                <a:latin typeface="Times New Roman"/>
                <a:ea typeface="Times New Roman"/>
                <a:cs typeface="Times New Roman"/>
                <a:sym typeface="Times New Roman"/>
              </a:rPr>
              <a:t>Approach 1</a:t>
            </a:r>
            <a:r>
              <a:rPr lang="en" sz="800">
                <a:latin typeface="Times New Roman"/>
                <a:ea typeface="Times New Roman"/>
                <a:cs typeface="Times New Roman"/>
                <a:sym typeface="Times New Roman"/>
              </a:rPr>
              <a:t> (People trying to lose weight 35%  and potential users 15%)</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78.2 million * 35% * 15%</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 4.11 million consumers</a:t>
            </a:r>
            <a:endParaRPr sz="800">
              <a:latin typeface="Times New Roman"/>
              <a:ea typeface="Times New Roman"/>
              <a:cs typeface="Times New Roman"/>
              <a:sym typeface="Times New Roman"/>
            </a:endParaRPr>
          </a:p>
          <a:p>
            <a:pPr indent="0" lvl="0" marL="0" rtl="0" algn="l">
              <a:spcBef>
                <a:spcPts val="0"/>
              </a:spcBef>
              <a:spcAft>
                <a:spcPts val="0"/>
              </a:spcAft>
              <a:buNone/>
            </a:pPr>
            <a:r>
              <a:t/>
            </a:r>
            <a:endParaRPr sz="800">
              <a:latin typeface="Times New Roman"/>
              <a:ea typeface="Times New Roman"/>
              <a:cs typeface="Times New Roman"/>
              <a:sym typeface="Times New Roman"/>
            </a:endParaRPr>
          </a:p>
          <a:p>
            <a:pPr indent="0" lvl="0" marL="0" rtl="0" algn="l">
              <a:spcBef>
                <a:spcPts val="0"/>
              </a:spcBef>
              <a:spcAft>
                <a:spcPts val="0"/>
              </a:spcAft>
              <a:buNone/>
            </a:pPr>
            <a:r>
              <a:rPr b="1" lang="en" sz="800">
                <a:latin typeface="Times New Roman"/>
                <a:ea typeface="Times New Roman"/>
                <a:cs typeface="Times New Roman"/>
                <a:sym typeface="Times New Roman"/>
              </a:rPr>
              <a:t>Approach 2</a:t>
            </a:r>
            <a:endParaRPr b="1"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78.2 million * 12% (potential users)</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 9.38 million consumers</a:t>
            </a:r>
            <a:endParaRPr sz="800">
              <a:latin typeface="Times New Roman"/>
              <a:ea typeface="Times New Roman"/>
              <a:cs typeface="Times New Roman"/>
              <a:sym typeface="Times New Roman"/>
            </a:endParaRPr>
          </a:p>
          <a:p>
            <a:pPr indent="0" lvl="0" marL="0" rtl="0" algn="l">
              <a:spcBef>
                <a:spcPts val="0"/>
              </a:spcBef>
              <a:spcAft>
                <a:spcPts val="0"/>
              </a:spcAft>
              <a:buNone/>
            </a:pPr>
            <a:r>
              <a:t/>
            </a:r>
            <a:endParaRPr sz="800">
              <a:latin typeface="Times New Roman"/>
              <a:ea typeface="Times New Roman"/>
              <a:cs typeface="Times New Roman"/>
              <a:sym typeface="Times New Roman"/>
            </a:endParaRPr>
          </a:p>
          <a:p>
            <a:pPr indent="0" lvl="0" marL="0" rtl="0" algn="l">
              <a:spcBef>
                <a:spcPts val="0"/>
              </a:spcBef>
              <a:spcAft>
                <a:spcPts val="0"/>
              </a:spcAft>
              <a:buNone/>
            </a:pPr>
            <a:r>
              <a:rPr b="1" lang="en" sz="800">
                <a:latin typeface="Times New Roman"/>
                <a:ea typeface="Times New Roman"/>
                <a:cs typeface="Times New Roman"/>
                <a:sym typeface="Times New Roman"/>
              </a:rPr>
              <a:t>Approach 3</a:t>
            </a:r>
            <a:endParaRPr b="1"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4.3 million consumers</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college-educated women ages 35–65 with a BMI between 25 and 30</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descr="marble (Provided by Getty Images)" id="466" name="Google Shape;466;p53"/>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67" name="Google Shape;467;p53"/>
          <p:cNvSpPr txBox="1"/>
          <p:nvPr>
            <p:ph idx="4" type="title"/>
          </p:nvPr>
        </p:nvSpPr>
        <p:spPr>
          <a:xfrm>
            <a:off x="6227075" y="283475"/>
            <a:ext cx="2523600" cy="2293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r>
              <a:rPr lang="en" sz="1100">
                <a:solidFill>
                  <a:srgbClr val="9900FF"/>
                </a:solidFill>
                <a:latin typeface="Times New Roman"/>
                <a:ea typeface="Times New Roman"/>
                <a:cs typeface="Times New Roman"/>
                <a:sym typeface="Times New Roman"/>
              </a:rPr>
              <a:t> </a:t>
            </a:r>
            <a:endParaRPr sz="1100">
              <a:solidFill>
                <a:srgbClr val="9900FF"/>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273540"/>
                </a:solidFill>
                <a:latin typeface="Times New Roman"/>
                <a:ea typeface="Times New Roman"/>
                <a:cs typeface="Times New Roman"/>
                <a:sym typeface="Times New Roman"/>
              </a:rPr>
              <a:t>Q2. What are the pros and cons of the forecasting methods presented by Printup? If you had to estimate the demand for this product, how would you go about it? What would your demand (unit) forecast look like for the first 5 years? (I want numbers – not just words). </a:t>
            </a:r>
            <a:endParaRPr>
              <a:latin typeface="Times New Roman"/>
              <a:ea typeface="Times New Roman"/>
              <a:cs typeface="Times New Roman"/>
              <a:sym typeface="Times New Roman"/>
            </a:endParaRPr>
          </a:p>
        </p:txBody>
      </p:sp>
      <p:graphicFrame>
        <p:nvGraphicFramePr>
          <p:cNvPr id="468" name="Google Shape;468;p53"/>
          <p:cNvGraphicFramePr/>
          <p:nvPr/>
        </p:nvGraphicFramePr>
        <p:xfrm>
          <a:off x="188550" y="1419225"/>
          <a:ext cx="3000000" cy="3000000"/>
        </p:xfrm>
        <a:graphic>
          <a:graphicData uri="http://schemas.openxmlformats.org/drawingml/2006/table">
            <a:tbl>
              <a:tblPr>
                <a:noFill/>
                <a:tableStyleId>{59D12E63-BB10-45E6-9F2F-A98C57B7058E}</a:tableStyleId>
              </a:tblPr>
              <a:tblGrid>
                <a:gridCol w="615000"/>
                <a:gridCol w="615000"/>
                <a:gridCol w="615000"/>
                <a:gridCol w="615000"/>
                <a:gridCol w="615000"/>
                <a:gridCol w="615000"/>
                <a:gridCol w="615000"/>
                <a:gridCol w="615000"/>
                <a:gridCol w="615000"/>
              </a:tblGrid>
              <a:tr h="12700">
                <a:tc>
                  <a:txBody>
                    <a:bodyPr/>
                    <a:lstStyle/>
                    <a:p>
                      <a:pPr indent="0" lvl="0" marL="0" rtl="0" algn="l">
                        <a:spcBef>
                          <a:spcPts val="0"/>
                        </a:spcBef>
                        <a:spcAft>
                          <a:spcPts val="0"/>
                        </a:spcAft>
                        <a:buNone/>
                      </a:pPr>
                      <a:r>
                        <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US Population</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34% Overweight</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12% Potential</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Penetration</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New Users</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60% - Repeat Purchase</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20% - Repeat Purchase</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Total Units</a:t>
                      </a:r>
                      <a:endParaRPr b="1" sz="11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Year 1</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230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78.2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9.38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938,400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563,040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112,608</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1,614,048</a:t>
                      </a:r>
                      <a:endParaRPr sz="9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Year 2</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233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79.22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9.51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15%</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1,425,960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855,576</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171,115</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2,452,651</a:t>
                      </a:r>
                      <a:endParaRPr sz="9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Year 3</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235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79.9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9.59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1,917,600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1,150,560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230,112</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3,298,272</a:t>
                      </a:r>
                      <a:endParaRPr sz="9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Year 4</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238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80.92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9.71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25%</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2,427,600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1,456,560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291,312</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4,175,472</a:t>
                      </a:r>
                      <a:endParaRPr sz="9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b="1" lang="en" sz="1100">
                          <a:latin typeface="Times New Roman"/>
                          <a:ea typeface="Times New Roman"/>
                          <a:cs typeface="Times New Roman"/>
                          <a:sym typeface="Times New Roman"/>
                        </a:rPr>
                        <a:t>Year 5</a:t>
                      </a:r>
                      <a:endParaRPr b="1"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240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81.6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9.29 M</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30%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2,937,600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1,762,560</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352,512</a:t>
                      </a:r>
                      <a:endParaRPr sz="9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900">
                          <a:latin typeface="Times New Roman"/>
                          <a:ea typeface="Times New Roman"/>
                          <a:cs typeface="Times New Roman"/>
                          <a:sym typeface="Times New Roman"/>
                        </a:rPr>
                        <a:t>5,052,672</a:t>
                      </a:r>
                      <a:endParaRPr sz="900">
                        <a:latin typeface="Times New Roman"/>
                        <a:ea typeface="Times New Roman"/>
                        <a:cs typeface="Times New Roman"/>
                        <a:sym typeface="Times New Roman"/>
                      </a:endParaRPr>
                    </a:p>
                  </a:txBody>
                  <a:tcPr marT="63500" marB="63500" marR="63500" marL="63500"/>
                </a:tc>
              </a:tr>
            </a:tbl>
          </a:graphicData>
        </a:graphic>
      </p:graphicFrame>
      <p:sp>
        <p:nvSpPr>
          <p:cNvPr id="469" name="Google Shape;469;p53"/>
          <p:cNvSpPr txBox="1"/>
          <p:nvPr/>
        </p:nvSpPr>
        <p:spPr>
          <a:xfrm>
            <a:off x="304800" y="304800"/>
            <a:ext cx="5111100" cy="82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b="1" lang="en">
                <a:latin typeface="Times New Roman"/>
                <a:ea typeface="Times New Roman"/>
                <a:cs typeface="Times New Roman"/>
                <a:sym typeface="Times New Roman"/>
              </a:rPr>
              <a:t>Demand Unit Forecast</a:t>
            </a:r>
            <a:endParaRPr b="1">
              <a:latin typeface="Times New Roman"/>
              <a:ea typeface="Times New Roman"/>
              <a:cs typeface="Times New Roman"/>
              <a:sym typeface="Times New Roman"/>
            </a:endParaRPr>
          </a:p>
          <a:p>
            <a:pPr indent="0" lvl="0" marL="0" rtl="0" algn="ctr">
              <a:lnSpc>
                <a:spcPct val="115000"/>
              </a:lnSpc>
              <a:spcBef>
                <a:spcPts val="0"/>
              </a:spcBef>
              <a:spcAft>
                <a:spcPts val="0"/>
              </a:spcAft>
              <a:buNone/>
            </a:pPr>
            <a:r>
              <a:t/>
            </a:r>
            <a:endParaRPr b="1">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descr="marble (Provided by Getty Images)" id="474" name="Google Shape;474;p54"/>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475" name="Google Shape;475;p54"/>
          <p:cNvSpPr txBox="1"/>
          <p:nvPr>
            <p:ph idx="3" type="body"/>
          </p:nvPr>
        </p:nvSpPr>
        <p:spPr>
          <a:xfrm>
            <a:off x="283475" y="826775"/>
            <a:ext cx="5388000" cy="309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solidFill>
                  <a:srgbClr val="273540"/>
                </a:solidFill>
                <a:latin typeface="Times New Roman"/>
                <a:ea typeface="Times New Roman"/>
                <a:cs typeface="Times New Roman"/>
                <a:sym typeface="Times New Roman"/>
              </a:rPr>
              <a:t>A four-week supply containing 28 tablets represents the most strategic option. Key factors influencing packaging decisions include out-of-pocket affordability, patient compliance, consumer motivation, repeat purchase rates, and overall margins. While a full twelve-week supply guarantees complete regimen adherence and removes renewal requirements, it imposes a significant initial financial burden. This distinction is critical given that Metabical will largely rely on cash-pay customers due to limited third-party insurance coverage. Offering a four-week count balances financial accessibility and therapy continuation by minimizing the starting cost while providing sufficient dosage to demonstrate efficacy. Although requiring patients to obtain two subsequent refills introduces potential therapy drop-offs, lowering the initial price barrier is vital for driving trial among first-time users. Consequently, packaging 28 tablets per bottle, requiring three monthly fulfillments for the full regimen, serves as the optimal configuration.</a:t>
            </a:r>
            <a:endParaRPr sz="1300">
              <a:solidFill>
                <a:srgbClr val="273540"/>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rgbClr val="000000"/>
              </a:solidFill>
              <a:latin typeface="Garamond"/>
              <a:ea typeface="Garamond"/>
              <a:cs typeface="Garamond"/>
              <a:sym typeface="Garamond"/>
            </a:endParaRPr>
          </a:p>
        </p:txBody>
      </p:sp>
      <p:sp>
        <p:nvSpPr>
          <p:cNvPr id="476" name="Google Shape;476;p54"/>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3</a:t>
            </a:r>
            <a:endParaRPr>
              <a:latin typeface="Times New Roman"/>
              <a:ea typeface="Times New Roman"/>
              <a:cs typeface="Times New Roman"/>
              <a:sym typeface="Times New Roman"/>
            </a:endParaRPr>
          </a:p>
        </p:txBody>
      </p:sp>
      <p:sp>
        <p:nvSpPr>
          <p:cNvPr id="477" name="Google Shape;477;p54"/>
          <p:cNvSpPr txBox="1"/>
          <p:nvPr/>
        </p:nvSpPr>
        <p:spPr>
          <a:xfrm>
            <a:off x="6125975" y="1426475"/>
            <a:ext cx="2725800" cy="1585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0"/>
              </a:spcAft>
              <a:buNone/>
            </a:pPr>
            <a:r>
              <a:rPr lang="en" sz="1500">
                <a:solidFill>
                  <a:srgbClr val="273540"/>
                </a:solidFill>
                <a:latin typeface="Times New Roman"/>
                <a:ea typeface="Times New Roman"/>
                <a:cs typeface="Times New Roman"/>
                <a:sym typeface="Times New Roman"/>
              </a:rPr>
              <a:t>Q3. What considerations should be taken into account when making decisions about the package count? What package size would you recommend and why? </a:t>
            </a:r>
            <a:endParaRPr sz="1500">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a:solidFill>
                <a:schemeClr val="dk1"/>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descr="marble (Provided by Getty Images)" id="482" name="Google Shape;482;p55"/>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483" name="Google Shape;483;p55"/>
          <p:cNvSpPr txBox="1"/>
          <p:nvPr>
            <p:ph idx="3" type="body"/>
          </p:nvPr>
        </p:nvSpPr>
        <p:spPr>
          <a:xfrm>
            <a:off x="126325" y="188675"/>
            <a:ext cx="6038400" cy="51435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b="1" lang="en" sz="1300">
                <a:solidFill>
                  <a:srgbClr val="000000"/>
                </a:solidFill>
                <a:latin typeface="Times New Roman"/>
                <a:ea typeface="Times New Roman"/>
                <a:cs typeface="Times New Roman"/>
                <a:sym typeface="Times New Roman"/>
              </a:rPr>
              <a:t>Pricing Strategy </a:t>
            </a:r>
            <a:endParaRPr b="1" sz="13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en" sz="1300">
                <a:solidFill>
                  <a:srgbClr val="000000"/>
                </a:solidFill>
                <a:latin typeface="Times New Roman"/>
                <a:ea typeface="Times New Roman"/>
                <a:cs typeface="Times New Roman"/>
                <a:sym typeface="Times New Roman"/>
              </a:rPr>
              <a:t>Recommended Strategy: Value-Based Pricing</a:t>
            </a:r>
            <a:endParaRPr b="1" sz="1300">
              <a:solidFill>
                <a:srgbClr val="000000"/>
              </a:solidFill>
              <a:latin typeface="Times New Roman"/>
              <a:ea typeface="Times New Roman"/>
              <a:cs typeface="Times New Roman"/>
              <a:sym typeface="Times New Roman"/>
            </a:endParaRPr>
          </a:p>
          <a:p>
            <a:pPr indent="-311150" lvl="0" marL="457200" rtl="0" algn="l">
              <a:spcBef>
                <a:spcPts val="120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Cost-Based:</a:t>
            </a:r>
            <a:r>
              <a:rPr lang="en" sz="1300">
                <a:solidFill>
                  <a:srgbClr val="000000"/>
                </a:solidFill>
                <a:latin typeface="Times New Roman"/>
                <a:ea typeface="Times New Roman"/>
                <a:cs typeface="Times New Roman"/>
                <a:sym typeface="Times New Roman"/>
              </a:rPr>
              <a:t> Covers production costs + profit margin</a:t>
            </a:r>
            <a:endParaRPr sz="1300">
              <a:solidFill>
                <a:srgbClr val="000000"/>
              </a:solidFill>
              <a:latin typeface="Times New Roman"/>
              <a:ea typeface="Times New Roman"/>
              <a:cs typeface="Times New Roman"/>
              <a:sym typeface="Times New Roman"/>
            </a:endParaRPr>
          </a:p>
          <a:p>
            <a:pPr indent="-311150" lvl="1" marL="914400" rtl="0" algn="l">
              <a:spcBef>
                <a:spcPts val="0"/>
              </a:spcBef>
              <a:spcAft>
                <a:spcPts val="0"/>
              </a:spcAft>
              <a:buClr>
                <a:srgbClr val="000000"/>
              </a:buClr>
              <a:buSzPts val="1300"/>
              <a:buFont typeface="Times New Roman"/>
              <a:buChar char="○"/>
            </a:pPr>
            <a:r>
              <a:rPr lang="en" sz="1300">
                <a:solidFill>
                  <a:srgbClr val="000000"/>
                </a:solidFill>
                <a:latin typeface="Times New Roman"/>
                <a:ea typeface="Times New Roman"/>
                <a:cs typeface="Times New Roman"/>
                <a:sym typeface="Times New Roman"/>
              </a:rPr>
              <a:t>Simple, does not reflect customer value</a:t>
            </a:r>
            <a:endParaRPr sz="1300">
              <a:solidFill>
                <a:srgbClr val="000000"/>
              </a:solidFill>
              <a:latin typeface="Times New Roman"/>
              <a:ea typeface="Times New Roman"/>
              <a:cs typeface="Times New Roman"/>
              <a:sym typeface="Times New Roman"/>
            </a:endParaRPr>
          </a:p>
          <a:p>
            <a:pPr indent="-311150" lvl="0" marL="457200" rtl="0" algn="l">
              <a:spcBef>
                <a:spcPts val="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Competitor-Based:</a:t>
            </a:r>
            <a:r>
              <a:rPr lang="en" sz="1300">
                <a:solidFill>
                  <a:srgbClr val="000000"/>
                </a:solidFill>
                <a:latin typeface="Times New Roman"/>
                <a:ea typeface="Times New Roman"/>
                <a:cs typeface="Times New Roman"/>
                <a:sym typeface="Times New Roman"/>
              </a:rPr>
              <a:t> Prices Metabical relative to other weight-loss options</a:t>
            </a:r>
            <a:endParaRPr sz="1300">
              <a:solidFill>
                <a:srgbClr val="000000"/>
              </a:solidFill>
              <a:latin typeface="Times New Roman"/>
              <a:ea typeface="Times New Roman"/>
              <a:cs typeface="Times New Roman"/>
              <a:sym typeface="Times New Roman"/>
            </a:endParaRPr>
          </a:p>
          <a:p>
            <a:pPr indent="-311150" lvl="1" marL="914400" rtl="0" algn="l">
              <a:spcBef>
                <a:spcPts val="0"/>
              </a:spcBef>
              <a:spcAft>
                <a:spcPts val="0"/>
              </a:spcAft>
              <a:buClr>
                <a:srgbClr val="000000"/>
              </a:buClr>
              <a:buSzPts val="1300"/>
              <a:buFont typeface="Times New Roman"/>
              <a:buChar char="○"/>
            </a:pPr>
            <a:r>
              <a:rPr lang="en" sz="1300">
                <a:solidFill>
                  <a:srgbClr val="000000"/>
                </a:solidFill>
                <a:latin typeface="Times New Roman"/>
                <a:ea typeface="Times New Roman"/>
                <a:cs typeface="Times New Roman"/>
                <a:sym typeface="Times New Roman"/>
              </a:rPr>
              <a:t>Easy to compare, alternatives → not directly comparable</a:t>
            </a:r>
            <a:endParaRPr sz="1300">
              <a:solidFill>
                <a:srgbClr val="000000"/>
              </a:solidFill>
              <a:latin typeface="Times New Roman"/>
              <a:ea typeface="Times New Roman"/>
              <a:cs typeface="Times New Roman"/>
              <a:sym typeface="Times New Roman"/>
            </a:endParaRPr>
          </a:p>
          <a:p>
            <a:pPr indent="-311150" lvl="0" marL="457200" rtl="0" algn="l">
              <a:spcBef>
                <a:spcPts val="0"/>
              </a:spcBef>
              <a:spcAft>
                <a:spcPts val="0"/>
              </a:spcAft>
              <a:buClr>
                <a:srgbClr val="000000"/>
              </a:buClr>
              <a:buSzPts val="1300"/>
              <a:buFont typeface="Arial"/>
              <a:buChar char="●"/>
            </a:pPr>
            <a:r>
              <a:rPr b="1" lang="en" sz="1300">
                <a:solidFill>
                  <a:srgbClr val="000000"/>
                </a:solidFill>
                <a:latin typeface="Times New Roman"/>
                <a:ea typeface="Times New Roman"/>
                <a:cs typeface="Times New Roman"/>
                <a:sym typeface="Times New Roman"/>
              </a:rPr>
              <a:t>Value-Based:</a:t>
            </a:r>
            <a:r>
              <a:rPr lang="en" sz="1300">
                <a:solidFill>
                  <a:srgbClr val="000000"/>
                </a:solidFill>
                <a:latin typeface="Times New Roman"/>
                <a:ea typeface="Times New Roman"/>
                <a:cs typeface="Times New Roman"/>
                <a:sym typeface="Times New Roman"/>
              </a:rPr>
              <a:t> Prices based on Metabical’s perceived benefits</a:t>
            </a:r>
            <a:endParaRPr sz="1300">
              <a:solidFill>
                <a:srgbClr val="000000"/>
              </a:solidFill>
              <a:latin typeface="Times New Roman"/>
              <a:ea typeface="Times New Roman"/>
              <a:cs typeface="Times New Roman"/>
              <a:sym typeface="Times New Roman"/>
            </a:endParaRPr>
          </a:p>
          <a:p>
            <a:pPr indent="-311150" lvl="1" marL="914400" rtl="0" algn="l">
              <a:spcBef>
                <a:spcPts val="0"/>
              </a:spcBef>
              <a:spcAft>
                <a:spcPts val="0"/>
              </a:spcAft>
              <a:buClr>
                <a:srgbClr val="000000"/>
              </a:buClr>
              <a:buSzPts val="1300"/>
              <a:buFont typeface="Times New Roman"/>
              <a:buChar char="○"/>
            </a:pPr>
            <a:r>
              <a:rPr lang="en" sz="1300">
                <a:solidFill>
                  <a:srgbClr val="000000"/>
                </a:solidFill>
                <a:latin typeface="Times New Roman"/>
                <a:ea typeface="Times New Roman"/>
                <a:cs typeface="Times New Roman"/>
                <a:sym typeface="Times New Roman"/>
              </a:rPr>
              <a:t>Proven results</a:t>
            </a:r>
            <a:endParaRPr sz="1300">
              <a:solidFill>
                <a:srgbClr val="000000"/>
              </a:solidFill>
              <a:latin typeface="Times New Roman"/>
              <a:ea typeface="Times New Roman"/>
              <a:cs typeface="Times New Roman"/>
              <a:sym typeface="Times New Roman"/>
            </a:endParaRPr>
          </a:p>
          <a:p>
            <a:pPr indent="-311150" lvl="1" marL="914400" rtl="0" algn="l">
              <a:spcBef>
                <a:spcPts val="0"/>
              </a:spcBef>
              <a:spcAft>
                <a:spcPts val="0"/>
              </a:spcAft>
              <a:buClr>
                <a:srgbClr val="000000"/>
              </a:buClr>
              <a:buSzPts val="1300"/>
              <a:buFont typeface="Times New Roman"/>
              <a:buChar char="○"/>
            </a:pPr>
            <a:r>
              <a:rPr lang="en" sz="1300">
                <a:solidFill>
                  <a:srgbClr val="000000"/>
                </a:solidFill>
                <a:latin typeface="Times New Roman"/>
                <a:ea typeface="Times New Roman"/>
                <a:cs typeface="Times New Roman"/>
                <a:sym typeface="Times New Roman"/>
              </a:rPr>
              <a:t>Fewer side effects</a:t>
            </a:r>
            <a:endParaRPr sz="1300">
              <a:solidFill>
                <a:srgbClr val="000000"/>
              </a:solidFill>
              <a:latin typeface="Times New Roman"/>
              <a:ea typeface="Times New Roman"/>
              <a:cs typeface="Times New Roman"/>
              <a:sym typeface="Times New Roman"/>
            </a:endParaRPr>
          </a:p>
          <a:p>
            <a:pPr indent="-311150" lvl="1" marL="914400" rtl="0" algn="l">
              <a:spcBef>
                <a:spcPts val="0"/>
              </a:spcBef>
              <a:spcAft>
                <a:spcPts val="0"/>
              </a:spcAft>
              <a:buClr>
                <a:srgbClr val="000000"/>
              </a:buClr>
              <a:buSzPts val="1300"/>
              <a:buFont typeface="Times New Roman"/>
              <a:buChar char="○"/>
            </a:pPr>
            <a:r>
              <a:rPr lang="en" sz="1300">
                <a:solidFill>
                  <a:srgbClr val="000000"/>
                </a:solidFill>
                <a:latin typeface="Times New Roman"/>
                <a:ea typeface="Times New Roman"/>
                <a:cs typeface="Times New Roman"/>
                <a:sym typeface="Times New Roman"/>
              </a:rPr>
              <a:t>Once-daily convenience</a:t>
            </a:r>
            <a:endParaRPr sz="1300">
              <a:solidFill>
                <a:srgbClr val="000000"/>
              </a:solidFill>
              <a:latin typeface="Times New Roman"/>
              <a:ea typeface="Times New Roman"/>
              <a:cs typeface="Times New Roman"/>
              <a:sym typeface="Times New Roman"/>
            </a:endParaRPr>
          </a:p>
          <a:p>
            <a:pPr indent="-311150" lvl="1" marL="914400" rtl="0" algn="l">
              <a:spcBef>
                <a:spcPts val="0"/>
              </a:spcBef>
              <a:spcAft>
                <a:spcPts val="0"/>
              </a:spcAft>
              <a:buClr>
                <a:srgbClr val="000000"/>
              </a:buClr>
              <a:buSzPts val="1300"/>
              <a:buFont typeface="Times New Roman"/>
              <a:buChar char="○"/>
            </a:pPr>
            <a:r>
              <a:rPr lang="en" sz="1300">
                <a:solidFill>
                  <a:srgbClr val="000000"/>
                </a:solidFill>
                <a:latin typeface="Times New Roman"/>
                <a:ea typeface="Times New Roman"/>
                <a:cs typeface="Times New Roman"/>
                <a:sym typeface="Times New Roman"/>
              </a:rPr>
              <a:t>Supports premium positioning</a:t>
            </a:r>
            <a:endParaRPr sz="13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en" sz="1300">
                <a:solidFill>
                  <a:srgbClr val="000000"/>
                </a:solidFill>
                <a:latin typeface="Times New Roman"/>
                <a:ea typeface="Times New Roman"/>
                <a:cs typeface="Times New Roman"/>
                <a:sym typeface="Times New Roman"/>
              </a:rPr>
              <a:t>Recommended Price: $225 for 12 weeks</a:t>
            </a:r>
            <a:endParaRPr b="1" sz="1300">
              <a:solidFill>
                <a:srgbClr val="000000"/>
              </a:solidFill>
              <a:latin typeface="Times New Roman"/>
              <a:ea typeface="Times New Roman"/>
              <a:cs typeface="Times New Roman"/>
              <a:sym typeface="Times New Roman"/>
            </a:endParaRPr>
          </a:p>
          <a:p>
            <a:pPr indent="-311150" lvl="0" marL="457200" rtl="0" algn="l">
              <a:spcBef>
                <a:spcPts val="1200"/>
              </a:spcBef>
              <a:spcAft>
                <a:spcPts val="0"/>
              </a:spcAft>
              <a:buClr>
                <a:srgbClr val="000000"/>
              </a:buClr>
              <a:buSzPts val="1300"/>
              <a:buFont typeface="Times New Roman"/>
              <a:buChar char="●"/>
            </a:pPr>
            <a:r>
              <a:rPr lang="en" sz="1300">
                <a:solidFill>
                  <a:srgbClr val="000000"/>
                </a:solidFill>
                <a:latin typeface="Times New Roman"/>
                <a:ea typeface="Times New Roman"/>
                <a:cs typeface="Times New Roman"/>
                <a:sym typeface="Times New Roman"/>
              </a:rPr>
              <a:t>Lower end of the $225–$450 range</a:t>
            </a:r>
            <a:endParaRPr sz="1300">
              <a:solidFill>
                <a:srgbClr val="000000"/>
              </a:solidFill>
              <a:latin typeface="Times New Roman"/>
              <a:ea typeface="Times New Roman"/>
              <a:cs typeface="Times New Roman"/>
              <a:sym typeface="Times New Roman"/>
            </a:endParaRPr>
          </a:p>
          <a:p>
            <a:pPr indent="-311150" lvl="0" marL="457200" rtl="0" algn="l">
              <a:spcBef>
                <a:spcPts val="0"/>
              </a:spcBef>
              <a:spcAft>
                <a:spcPts val="0"/>
              </a:spcAft>
              <a:buClr>
                <a:srgbClr val="000000"/>
              </a:buClr>
              <a:buSzPts val="1300"/>
              <a:buFont typeface="Times New Roman"/>
              <a:buChar char="●"/>
            </a:pPr>
            <a:r>
              <a:rPr lang="en" sz="1300">
                <a:solidFill>
                  <a:srgbClr val="000000"/>
                </a:solidFill>
                <a:latin typeface="Times New Roman"/>
                <a:ea typeface="Times New Roman"/>
                <a:cs typeface="Times New Roman"/>
                <a:sym typeface="Times New Roman"/>
              </a:rPr>
              <a:t>More affordable for out-of-pocket customers</a:t>
            </a:r>
            <a:endParaRPr sz="1300">
              <a:solidFill>
                <a:srgbClr val="000000"/>
              </a:solidFill>
              <a:latin typeface="Times New Roman"/>
              <a:ea typeface="Times New Roman"/>
              <a:cs typeface="Times New Roman"/>
              <a:sym typeface="Times New Roman"/>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Times New Roman"/>
                <a:ea typeface="Times New Roman"/>
                <a:cs typeface="Times New Roman"/>
                <a:sym typeface="Times New Roman"/>
              </a:rPr>
              <a:t>Balances </a:t>
            </a:r>
            <a:r>
              <a:rPr b="1" lang="en" sz="1300">
                <a:solidFill>
                  <a:srgbClr val="000000"/>
                </a:solidFill>
                <a:latin typeface="Times New Roman"/>
                <a:ea typeface="Times New Roman"/>
                <a:cs typeface="Times New Roman"/>
                <a:sym typeface="Times New Roman"/>
              </a:rPr>
              <a:t>customer affordability + product value</a:t>
            </a:r>
            <a:endParaRPr b="1" sz="13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rPr b="1" lang="en" sz="1300">
                <a:solidFill>
                  <a:srgbClr val="000000"/>
                </a:solidFill>
                <a:latin typeface="Times New Roman"/>
                <a:ea typeface="Times New Roman"/>
                <a:cs typeface="Times New Roman"/>
                <a:sym typeface="Times New Roman"/>
              </a:rPr>
              <a:t>Bottom Line: Value-based Pricing | $225 / 12-Week Treatment</a:t>
            </a:r>
            <a:endParaRPr b="1" sz="1300">
              <a:solidFill>
                <a:srgbClr val="000000"/>
              </a:solidFill>
              <a:latin typeface="Times New Roman"/>
              <a:ea typeface="Times New Roman"/>
              <a:cs typeface="Times New Roman"/>
              <a:sym typeface="Times New Roman"/>
            </a:endParaRPr>
          </a:p>
        </p:txBody>
      </p:sp>
      <p:sp>
        <p:nvSpPr>
          <p:cNvPr id="484" name="Google Shape;484;p55"/>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485" name="Google Shape;485;p55"/>
          <p:cNvSpPr txBox="1"/>
          <p:nvPr/>
        </p:nvSpPr>
        <p:spPr>
          <a:xfrm>
            <a:off x="6388525" y="1592400"/>
            <a:ext cx="2523600" cy="225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900"/>
              </a:spcBef>
              <a:spcAft>
                <a:spcPts val="900"/>
              </a:spcAft>
              <a:buNone/>
            </a:pPr>
            <a:r>
              <a:rPr lang="en" sz="1700">
                <a:solidFill>
                  <a:srgbClr val="273540"/>
                </a:solidFill>
                <a:latin typeface="Times New Roman"/>
                <a:ea typeface="Times New Roman"/>
                <a:cs typeface="Times New Roman"/>
                <a:sym typeface="Times New Roman"/>
              </a:rPr>
              <a:t>What pricing strategy would you suggest Printup explore? What are the advantages and disadvantages of each strategy? What price would you recommend?</a:t>
            </a:r>
            <a:endParaRPr sz="1700">
              <a:solidFill>
                <a:srgbClr val="27354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descr="marble (Provided by Getty Images)" id="490" name="Google Shape;490;p56"/>
          <p:cNvPicPr preferRelativeResize="0"/>
          <p:nvPr/>
        </p:nvPicPr>
        <p:blipFill rotWithShape="1">
          <a:blip r:embed="rId3">
            <a:alphaModFix/>
          </a:blip>
          <a:srcRect b="19594" l="-16212" r="-2906" t="29355"/>
          <a:stretch/>
        </p:blipFill>
        <p:spPr>
          <a:xfrm rot="-5400000">
            <a:off x="5118575" y="856050"/>
            <a:ext cx="4860300" cy="3148200"/>
          </a:xfrm>
          <a:prstGeom prst="round2SameRect">
            <a:avLst>
              <a:gd fmla="val 9592" name="adj1"/>
              <a:gd fmla="val 0" name="adj2"/>
            </a:avLst>
          </a:prstGeom>
          <a:noFill/>
          <a:ln>
            <a:noFill/>
          </a:ln>
        </p:spPr>
      </p:pic>
      <p:sp>
        <p:nvSpPr>
          <p:cNvPr id="491" name="Google Shape;491;p56"/>
          <p:cNvSpPr txBox="1"/>
          <p:nvPr>
            <p:ph idx="3" type="body"/>
          </p:nvPr>
        </p:nvSpPr>
        <p:spPr>
          <a:xfrm>
            <a:off x="211525" y="87850"/>
            <a:ext cx="5388000" cy="41499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b="1" lang="en" sz="1200">
                <a:solidFill>
                  <a:srgbClr val="000000"/>
                </a:solidFill>
                <a:latin typeface="Garamond"/>
                <a:ea typeface="Garamond"/>
                <a:cs typeface="Garamond"/>
                <a:sym typeface="Garamond"/>
              </a:rPr>
              <a:t>Profitability and Five-Year ROI</a:t>
            </a:r>
            <a:endParaRPr b="1" sz="1200">
              <a:solidFill>
                <a:srgbClr val="000000"/>
              </a:solidFill>
              <a:latin typeface="Garamond"/>
              <a:ea typeface="Garamond"/>
              <a:cs typeface="Garamond"/>
              <a:sym typeface="Garamond"/>
            </a:endParaRPr>
          </a:p>
          <a:p>
            <a:pPr indent="-304800" lvl="0" marL="457200" rtl="0" algn="l">
              <a:spcBef>
                <a:spcPts val="1200"/>
              </a:spcBef>
              <a:spcAft>
                <a:spcPts val="0"/>
              </a:spcAft>
              <a:buClr>
                <a:srgbClr val="000000"/>
              </a:buClr>
              <a:buSzPts val="1200"/>
              <a:buFont typeface="Arial"/>
              <a:buChar char="●"/>
            </a:pPr>
            <a:r>
              <a:rPr b="1" lang="en" sz="1200">
                <a:solidFill>
                  <a:srgbClr val="000000"/>
                </a:solidFill>
                <a:latin typeface="Garamond"/>
                <a:ea typeface="Garamond"/>
                <a:cs typeface="Garamond"/>
                <a:sym typeface="Garamond"/>
              </a:rPr>
              <a:t>Recommended price: $225 per 12-week treatment ($75 per four-week package)</a:t>
            </a:r>
            <a:endParaRPr b="1" sz="1200">
              <a:solidFill>
                <a:srgbClr val="000000"/>
              </a:solidFill>
              <a:latin typeface="Garamond"/>
              <a:ea typeface="Garamond"/>
              <a:cs typeface="Garamond"/>
              <a:sym typeface="Garamond"/>
            </a:endParaRPr>
          </a:p>
          <a:p>
            <a:pPr indent="-304800" lvl="0" marL="457200" rtl="0" algn="l">
              <a:spcBef>
                <a:spcPts val="0"/>
              </a:spcBef>
              <a:spcAft>
                <a:spcPts val="0"/>
              </a:spcAft>
              <a:buClr>
                <a:srgbClr val="000000"/>
              </a:buClr>
              <a:buSzPts val="1200"/>
              <a:buFont typeface="Arial"/>
              <a:buChar char="●"/>
            </a:pPr>
            <a:r>
              <a:rPr b="1" lang="en" sz="1200">
                <a:solidFill>
                  <a:srgbClr val="000000"/>
                </a:solidFill>
                <a:latin typeface="Garamond"/>
                <a:ea typeface="Garamond"/>
                <a:cs typeface="Garamond"/>
                <a:sym typeface="Garamond"/>
              </a:rPr>
              <a:t>Unit economics: $50 manufacturer revenue − $25.20 variable cost = $24.80 contribution margin</a:t>
            </a:r>
            <a:endParaRPr b="1" sz="1200">
              <a:solidFill>
                <a:srgbClr val="000000"/>
              </a:solidFill>
              <a:latin typeface="Garamond"/>
              <a:ea typeface="Garamond"/>
              <a:cs typeface="Garamond"/>
              <a:sym typeface="Garamond"/>
            </a:endParaRPr>
          </a:p>
          <a:p>
            <a:pPr indent="-304800" lvl="0" marL="457200" rtl="0" algn="l">
              <a:spcBef>
                <a:spcPts val="0"/>
              </a:spcBef>
              <a:spcAft>
                <a:spcPts val="0"/>
              </a:spcAft>
              <a:buClr>
                <a:srgbClr val="000000"/>
              </a:buClr>
              <a:buSzPts val="1200"/>
              <a:buFont typeface="Arial"/>
              <a:buChar char="●"/>
            </a:pPr>
            <a:r>
              <a:rPr b="1" lang="en" sz="1200">
                <a:solidFill>
                  <a:srgbClr val="000000"/>
                </a:solidFill>
                <a:latin typeface="Garamond"/>
                <a:ea typeface="Garamond"/>
                <a:cs typeface="Garamond"/>
                <a:sym typeface="Garamond"/>
              </a:rPr>
              <a:t>Five-year forecast: 7.06 million packages and $175.12 million total contribution margin</a:t>
            </a:r>
            <a:endParaRPr b="1" sz="1200">
              <a:solidFill>
                <a:srgbClr val="000000"/>
              </a:solidFill>
              <a:latin typeface="Garamond"/>
              <a:ea typeface="Garamond"/>
              <a:cs typeface="Garamond"/>
              <a:sym typeface="Garamond"/>
            </a:endParaRPr>
          </a:p>
          <a:p>
            <a:pPr indent="-304800" lvl="0" marL="457200" rtl="0" algn="l">
              <a:spcBef>
                <a:spcPts val="0"/>
              </a:spcBef>
              <a:spcAft>
                <a:spcPts val="0"/>
              </a:spcAft>
              <a:buClr>
                <a:srgbClr val="000000"/>
              </a:buClr>
              <a:buSzPts val="1200"/>
              <a:buFont typeface="Arial"/>
              <a:buChar char="●"/>
            </a:pPr>
            <a:r>
              <a:rPr b="1" lang="en" sz="1200">
                <a:solidFill>
                  <a:srgbClr val="000000"/>
                </a:solidFill>
                <a:latin typeface="Garamond"/>
                <a:ea typeface="Garamond"/>
                <a:cs typeface="Garamond"/>
                <a:sym typeface="Garamond"/>
              </a:rPr>
              <a:t>After $29 million in fixed and marketing costs: $146.12 million operating profit</a:t>
            </a:r>
            <a:endParaRPr b="1" sz="1200">
              <a:solidFill>
                <a:srgbClr val="000000"/>
              </a:solidFill>
              <a:latin typeface="Garamond"/>
              <a:ea typeface="Garamond"/>
              <a:cs typeface="Garamond"/>
              <a:sym typeface="Garamond"/>
            </a:endParaRPr>
          </a:p>
          <a:p>
            <a:pPr indent="-304800" lvl="0" marL="457200" rtl="0" algn="l">
              <a:spcBef>
                <a:spcPts val="0"/>
              </a:spcBef>
              <a:spcAft>
                <a:spcPts val="0"/>
              </a:spcAft>
              <a:buClr>
                <a:srgbClr val="000000"/>
              </a:buClr>
              <a:buSzPts val="1200"/>
              <a:buFont typeface="Arial"/>
              <a:buChar char="●"/>
            </a:pPr>
            <a:r>
              <a:rPr b="1" lang="en" sz="1200">
                <a:solidFill>
                  <a:srgbClr val="000000"/>
                </a:solidFill>
                <a:latin typeface="Garamond"/>
                <a:ea typeface="Garamond"/>
                <a:cs typeface="Garamond"/>
                <a:sym typeface="Garamond"/>
              </a:rPr>
              <a:t>After the $400 million R&amp;D investment: −$253.88 million return and −63.5% ROI</a:t>
            </a:r>
            <a:endParaRPr b="1" sz="1200">
              <a:solidFill>
                <a:srgbClr val="000000"/>
              </a:solidFill>
              <a:latin typeface="Garamond"/>
              <a:ea typeface="Garamond"/>
              <a:cs typeface="Garamond"/>
              <a:sym typeface="Garamond"/>
            </a:endParaRPr>
          </a:p>
          <a:p>
            <a:pPr indent="-304800" lvl="0" marL="457200" rtl="0" algn="l">
              <a:spcBef>
                <a:spcPts val="0"/>
              </a:spcBef>
              <a:spcAft>
                <a:spcPts val="0"/>
              </a:spcAft>
              <a:buClr>
                <a:srgbClr val="000000"/>
              </a:buClr>
              <a:buSzPts val="1200"/>
              <a:buFont typeface="Arial"/>
              <a:buChar char="●"/>
            </a:pPr>
            <a:r>
              <a:rPr b="1" lang="en" sz="1200">
                <a:solidFill>
                  <a:srgbClr val="000000"/>
                </a:solidFill>
                <a:latin typeface="Garamond"/>
                <a:ea typeface="Garamond"/>
                <a:cs typeface="Garamond"/>
                <a:sym typeface="Garamond"/>
              </a:rPr>
              <a:t>ROI comparison: $225 = −63.5%; $375 = −4.6%; $450 = 24.8%</a:t>
            </a:r>
            <a:endParaRPr b="1" sz="1200">
              <a:solidFill>
                <a:srgbClr val="000000"/>
              </a:solidFill>
              <a:latin typeface="Garamond"/>
              <a:ea typeface="Garamond"/>
              <a:cs typeface="Garamond"/>
              <a:sym typeface="Garamond"/>
            </a:endParaRPr>
          </a:p>
          <a:p>
            <a:pPr indent="-304800" lvl="0" marL="457200" rtl="0" algn="l">
              <a:spcBef>
                <a:spcPts val="0"/>
              </a:spcBef>
              <a:spcAft>
                <a:spcPts val="0"/>
              </a:spcAft>
              <a:buClr>
                <a:srgbClr val="000000"/>
              </a:buClr>
              <a:buSzPts val="1200"/>
              <a:buFont typeface="Arial"/>
              <a:buChar char="●"/>
            </a:pPr>
            <a:r>
              <a:rPr b="1" lang="en" sz="1200">
                <a:solidFill>
                  <a:srgbClr val="000000"/>
                </a:solidFill>
                <a:latin typeface="Garamond"/>
                <a:ea typeface="Garamond"/>
                <a:cs typeface="Garamond"/>
                <a:sym typeface="Garamond"/>
              </a:rPr>
              <a:t>Strategic value: Greater affordability can improve prescription fulfillment, treatment completion, customer adoption, and market penetration</a:t>
            </a:r>
            <a:endParaRPr b="1" sz="1200">
              <a:solidFill>
                <a:srgbClr val="000000"/>
              </a:solidFill>
              <a:latin typeface="Garamond"/>
              <a:ea typeface="Garamond"/>
              <a:cs typeface="Garamond"/>
              <a:sym typeface="Garamond"/>
            </a:endParaRPr>
          </a:p>
          <a:p>
            <a:pPr indent="-304800" lvl="0" marL="457200" rtl="0" algn="l">
              <a:spcBef>
                <a:spcPts val="0"/>
              </a:spcBef>
              <a:spcAft>
                <a:spcPts val="0"/>
              </a:spcAft>
              <a:buClr>
                <a:srgbClr val="000000"/>
              </a:buClr>
              <a:buSzPts val="1200"/>
              <a:buFont typeface="Arial"/>
              <a:buChar char="●"/>
            </a:pPr>
            <a:r>
              <a:rPr b="1" lang="en" sz="1200">
                <a:solidFill>
                  <a:srgbClr val="000000"/>
                </a:solidFill>
                <a:latin typeface="Garamond"/>
                <a:ea typeface="Garamond"/>
                <a:cs typeface="Garamond"/>
                <a:sym typeface="Garamond"/>
              </a:rPr>
              <a:t>Conclusion: $225 provides a strong balance between accessibility and product value, while supporting Metabical’s long-term category leadership Although the $225 price does not recover the initial R&amp;D investment within five years, it may be the strongest strategic launch price because it prioritizes affordability, accelerates adoption, and builds the patient base needed for future profitability.</a:t>
            </a:r>
            <a:endParaRPr b="1" sz="1200">
              <a:solidFill>
                <a:srgbClr val="000000"/>
              </a:solidFill>
              <a:latin typeface="Garamond"/>
              <a:ea typeface="Garamond"/>
              <a:cs typeface="Garamond"/>
              <a:sym typeface="Garamond"/>
            </a:endParaRPr>
          </a:p>
          <a:p>
            <a:pPr indent="0" lvl="0" marL="0" rtl="0" algn="l">
              <a:spcBef>
                <a:spcPts val="1200"/>
              </a:spcBef>
              <a:spcAft>
                <a:spcPts val="0"/>
              </a:spcAft>
              <a:buNone/>
            </a:pPr>
            <a:r>
              <a:t/>
            </a:r>
            <a:endParaRPr b="1" sz="1200">
              <a:solidFill>
                <a:srgbClr val="000000"/>
              </a:solidFill>
              <a:latin typeface="Garamond"/>
              <a:ea typeface="Garamond"/>
              <a:cs typeface="Garamond"/>
              <a:sym typeface="Garamond"/>
            </a:endParaRPr>
          </a:p>
        </p:txBody>
      </p:sp>
      <p:sp>
        <p:nvSpPr>
          <p:cNvPr id="492" name="Google Shape;492;p56"/>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5</a:t>
            </a:r>
            <a:endParaRPr>
              <a:latin typeface="Times New Roman"/>
              <a:ea typeface="Times New Roman"/>
              <a:cs typeface="Times New Roman"/>
              <a:sym typeface="Times New Roman"/>
            </a:endParaRPr>
          </a:p>
        </p:txBody>
      </p:sp>
      <p:sp>
        <p:nvSpPr>
          <p:cNvPr id="493" name="Google Shape;493;p56"/>
          <p:cNvSpPr txBox="1"/>
          <p:nvPr/>
        </p:nvSpPr>
        <p:spPr>
          <a:xfrm>
            <a:off x="6324725" y="1370975"/>
            <a:ext cx="2328300" cy="1297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0"/>
              </a:spcAft>
              <a:buNone/>
            </a:pPr>
            <a:r>
              <a:rPr lang="en" sz="1700">
                <a:solidFill>
                  <a:srgbClr val="273540"/>
                </a:solidFill>
                <a:latin typeface="Times New Roman"/>
                <a:ea typeface="Times New Roman"/>
                <a:cs typeface="Times New Roman"/>
                <a:sym typeface="Times New Roman"/>
              </a:rPr>
              <a:t>What impact does your pricing strategy have on profitability? What is the ROI over the first 5 years for each of the pricing strategies identified?</a:t>
            </a:r>
            <a:endParaRPr sz="1700">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a:solidFill>
                <a:schemeClr val="dk1"/>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Quarterly business review">
  <a:themeElements>
    <a:clrScheme name="Simple Light">
      <a:dk1>
        <a:srgbClr val="131313"/>
      </a:dk1>
      <a:lt1>
        <a:srgbClr val="FAFAFA"/>
      </a:lt1>
      <a:dk2>
        <a:srgbClr val="B5B5B7"/>
      </a:dk2>
      <a:lt2>
        <a:srgbClr val="EAE1E2"/>
      </a:lt2>
      <a:accent1>
        <a:srgbClr val="7D57AE"/>
      </a:accent1>
      <a:accent2>
        <a:srgbClr val="E8C8C7"/>
      </a:accent2>
      <a:accent3>
        <a:srgbClr val="2F5C7C"/>
      </a:accent3>
      <a:accent4>
        <a:srgbClr val="DECEE8"/>
      </a:accent4>
      <a:accent5>
        <a:srgbClr val="B0BFDE"/>
      </a:accent5>
      <a:accent6>
        <a:srgbClr val="DDEAFB"/>
      </a:accent6>
      <a:hlink>
        <a:srgbClr val="2F5C7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